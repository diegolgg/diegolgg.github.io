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D9E512-47D8-4A60-8F40-F62E1F6AA343}" v="2783" dt="2022-07-30T00:39:15.977"/>
    <p1510:client id="{98DED76E-0B6A-4800-8424-B2E1037DF05E}" v="2" dt="2022-08-07T14:45:21.477"/>
    <p1510:client id="{A494CA7A-8FB1-458E-9628-2F3F035E4480}" v="473" dt="2022-07-27T13:44:25.936"/>
    <p1510:client id="{DEF4F2E7-AB25-4B13-9645-53CC56B6DCF0}" v="5" dt="2022-07-27T13:48:47.251"/>
    <p1510:client id="{E3B9E1D2-8CB2-47A5-99B4-33C738135ADD}" v="7728" dt="2022-07-27T03:35:59.090"/>
    <p1510:client id="{E3CE41A2-8B60-4BAB-A1B1-51EBD9F6B27E}" v="36" dt="2022-07-30T15:45:36.527"/>
    <p1510:client id="{E5CF8E67-3EB6-4D82-BF94-CD5CC2FA0066}" v="531" dt="2022-07-26T15:13:35.041"/>
    <p1510:client id="{FE2AAA4D-69CA-4BCC-9917-046A953C9FFF}" v="1586" dt="2022-07-26T16:07:19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Gonzalez" userId="7cf3ef0215481c41" providerId="Windows Live" clId="Web-{E5CF8E67-3EB6-4D82-BF94-CD5CC2FA0066}"/>
    <pc:docChg chg="modSld">
      <pc:chgData name="Luca Gonzalez" userId="7cf3ef0215481c41" providerId="Windows Live" clId="Web-{E5CF8E67-3EB6-4D82-BF94-CD5CC2FA0066}" dt="2022-07-26T15:13:35.041" v="435" actId="1076"/>
      <pc:docMkLst>
        <pc:docMk/>
      </pc:docMkLst>
      <pc:sldChg chg="addSp delSp modSp mod modShow">
        <pc:chgData name="Luca Gonzalez" userId="7cf3ef0215481c41" providerId="Windows Live" clId="Web-{E5CF8E67-3EB6-4D82-BF94-CD5CC2FA0066}" dt="2022-07-26T15:13:35.041" v="435" actId="1076"/>
        <pc:sldMkLst>
          <pc:docMk/>
          <pc:sldMk cId="109857222" sldId="256"/>
        </pc:sldMkLst>
        <pc:spChg chg="mod">
          <ac:chgData name="Luca Gonzalez" userId="7cf3ef0215481c41" providerId="Windows Live" clId="Web-{E5CF8E67-3EB6-4D82-BF94-CD5CC2FA0066}" dt="2022-07-26T14:59:52.301" v="362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uca Gonzalez" userId="7cf3ef0215481c41" providerId="Windows Live" clId="Web-{E5CF8E67-3EB6-4D82-BF94-CD5CC2FA0066}" dt="2022-07-26T15:00:02.254" v="364" actId="107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Luca Gonzalez" userId="7cf3ef0215481c41" providerId="Windows Live" clId="Web-{E5CF8E67-3EB6-4D82-BF94-CD5CC2FA0066}" dt="2022-07-26T14:59:57.457" v="363" actId="1076"/>
          <ac:spMkLst>
            <pc:docMk/>
            <pc:sldMk cId="109857222" sldId="256"/>
            <ac:spMk id="4" creationId="{55984867-FDD7-F3FA-8D27-EDA0CAC3DA44}"/>
          </ac:spMkLst>
        </pc:spChg>
        <pc:spChg chg="add">
          <ac:chgData name="Luca Gonzalez" userId="7cf3ef0215481c41" providerId="Windows Live" clId="Web-{E5CF8E67-3EB6-4D82-BF94-CD5CC2FA0066}" dt="2022-07-26T14:45:32.528" v="218"/>
          <ac:spMkLst>
            <pc:docMk/>
            <pc:sldMk cId="109857222" sldId="256"/>
            <ac:spMk id="5" creationId="{B492FC8B-8F7C-0997-D8DE-1E5FCDA29AFA}"/>
          </ac:spMkLst>
        </pc:spChg>
        <pc:spChg chg="add del mod">
          <ac:chgData name="Luca Gonzalez" userId="7cf3ef0215481c41" providerId="Windows Live" clId="Web-{E5CF8E67-3EB6-4D82-BF94-CD5CC2FA0066}" dt="2022-07-26T14:47:20.265" v="228"/>
          <ac:spMkLst>
            <pc:docMk/>
            <pc:sldMk cId="109857222" sldId="256"/>
            <ac:spMk id="6" creationId="{194FCBCC-4AFE-8928-EF50-F76F054624A0}"/>
          </ac:spMkLst>
        </pc:spChg>
        <pc:spChg chg="add mod ord">
          <ac:chgData name="Luca Gonzalez" userId="7cf3ef0215481c41" providerId="Windows Live" clId="Web-{E5CF8E67-3EB6-4D82-BF94-CD5CC2FA0066}" dt="2022-07-26T14:47:46.250" v="235"/>
          <ac:spMkLst>
            <pc:docMk/>
            <pc:sldMk cId="109857222" sldId="256"/>
            <ac:spMk id="7" creationId="{9A9E484D-4CE5-E8A6-55FA-8A82D6D3E047}"/>
          </ac:spMkLst>
        </pc:spChg>
        <pc:spChg chg="add mod">
          <ac:chgData name="Luca Gonzalez" userId="7cf3ef0215481c41" providerId="Windows Live" clId="Web-{E5CF8E67-3EB6-4D82-BF94-CD5CC2FA0066}" dt="2022-07-26T15:02:38.352" v="382" actId="14100"/>
          <ac:spMkLst>
            <pc:docMk/>
            <pc:sldMk cId="109857222" sldId="256"/>
            <ac:spMk id="8" creationId="{4C0CB0A5-4048-B42A-02E0-4F202DD2F5B2}"/>
          </ac:spMkLst>
        </pc:spChg>
        <pc:spChg chg="add mod">
          <ac:chgData name="Luca Gonzalez" userId="7cf3ef0215481c41" providerId="Windows Live" clId="Web-{E5CF8E67-3EB6-4D82-BF94-CD5CC2FA0066}" dt="2022-07-26T15:02:54.102" v="385" actId="14100"/>
          <ac:spMkLst>
            <pc:docMk/>
            <pc:sldMk cId="109857222" sldId="256"/>
            <ac:spMk id="9" creationId="{98AEDFFC-AB66-270A-8B61-5A37722C2268}"/>
          </ac:spMkLst>
        </pc:spChg>
        <pc:spChg chg="add mod">
          <ac:chgData name="Luca Gonzalez" userId="7cf3ef0215481c41" providerId="Windows Live" clId="Web-{E5CF8E67-3EB6-4D82-BF94-CD5CC2FA0066}" dt="2022-07-26T15:02:46.680" v="384" actId="14100"/>
          <ac:spMkLst>
            <pc:docMk/>
            <pc:sldMk cId="109857222" sldId="256"/>
            <ac:spMk id="10" creationId="{20868CCF-1105-0A39-AA1C-79D6D557DDE9}"/>
          </ac:spMkLst>
        </pc:spChg>
        <pc:spChg chg="add mod">
          <ac:chgData name="Luca Gonzalez" userId="7cf3ef0215481c41" providerId="Windows Live" clId="Web-{E5CF8E67-3EB6-4D82-BF94-CD5CC2FA0066}" dt="2022-07-26T14:56:50.124" v="327" actId="14100"/>
          <ac:spMkLst>
            <pc:docMk/>
            <pc:sldMk cId="109857222" sldId="256"/>
            <ac:spMk id="11" creationId="{9D9BB7C1-AFFD-C05E-0495-C137DF5F5556}"/>
          </ac:spMkLst>
        </pc:spChg>
        <pc:spChg chg="add mod">
          <ac:chgData name="Luca Gonzalez" userId="7cf3ef0215481c41" providerId="Windows Live" clId="Web-{E5CF8E67-3EB6-4D82-BF94-CD5CC2FA0066}" dt="2022-07-26T14:56:53.546" v="328" actId="14100"/>
          <ac:spMkLst>
            <pc:docMk/>
            <pc:sldMk cId="109857222" sldId="256"/>
            <ac:spMk id="12" creationId="{A2B014CD-0A0B-DF15-9EC9-AC0FC050E5FE}"/>
          </ac:spMkLst>
        </pc:spChg>
        <pc:spChg chg="add mod ord">
          <ac:chgData name="Luca Gonzalez" userId="7cf3ef0215481c41" providerId="Windows Live" clId="Web-{E5CF8E67-3EB6-4D82-BF94-CD5CC2FA0066}" dt="2022-07-26T14:54:56.793" v="298"/>
          <ac:spMkLst>
            <pc:docMk/>
            <pc:sldMk cId="109857222" sldId="256"/>
            <ac:spMk id="13" creationId="{3D93FFB5-CC2A-84E6-8F24-684C1F4A04D3}"/>
          </ac:spMkLst>
        </pc:spChg>
        <pc:spChg chg="add mod">
          <ac:chgData name="Luca Gonzalez" userId="7cf3ef0215481c41" providerId="Windows Live" clId="Web-{E5CF8E67-3EB6-4D82-BF94-CD5CC2FA0066}" dt="2022-07-26T14:56:08.810" v="320" actId="1076"/>
          <ac:spMkLst>
            <pc:docMk/>
            <pc:sldMk cId="109857222" sldId="256"/>
            <ac:spMk id="14" creationId="{542721CD-6C66-14E8-3D69-1706D0FA4FB6}"/>
          </ac:spMkLst>
        </pc:spChg>
        <pc:spChg chg="add mod">
          <ac:chgData name="Luca Gonzalez" userId="7cf3ef0215481c41" providerId="Windows Live" clId="Web-{E5CF8E67-3EB6-4D82-BF94-CD5CC2FA0066}" dt="2022-07-26T15:02:59.386" v="386" actId="1076"/>
          <ac:spMkLst>
            <pc:docMk/>
            <pc:sldMk cId="109857222" sldId="256"/>
            <ac:spMk id="15" creationId="{2443CE19-6443-4BEA-F2A6-2419A04CFD64}"/>
          </ac:spMkLst>
        </pc:spChg>
        <pc:spChg chg="add mod">
          <ac:chgData name="Luca Gonzalez" userId="7cf3ef0215481c41" providerId="Windows Live" clId="Web-{E5CF8E67-3EB6-4D82-BF94-CD5CC2FA0066}" dt="2022-07-26T14:57:51.907" v="341" actId="20577"/>
          <ac:spMkLst>
            <pc:docMk/>
            <pc:sldMk cId="109857222" sldId="256"/>
            <ac:spMk id="16" creationId="{61E5FDE4-AB35-5604-EDBD-56CC1DC10F30}"/>
          </ac:spMkLst>
        </pc:spChg>
        <pc:spChg chg="add mod">
          <ac:chgData name="Luca Gonzalez" userId="7cf3ef0215481c41" providerId="Windows Live" clId="Web-{E5CF8E67-3EB6-4D82-BF94-CD5CC2FA0066}" dt="2022-07-26T14:58:42.549" v="358" actId="14100"/>
          <ac:spMkLst>
            <pc:docMk/>
            <pc:sldMk cId="109857222" sldId="256"/>
            <ac:spMk id="17" creationId="{4BC33B4E-07A6-1E8D-BD51-7E4AA24AECE8}"/>
          </ac:spMkLst>
        </pc:spChg>
        <pc:spChg chg="add mod">
          <ac:chgData name="Luca Gonzalez" userId="7cf3ef0215481c41" providerId="Windows Live" clId="Web-{E5CF8E67-3EB6-4D82-BF94-CD5CC2FA0066}" dt="2022-07-26T14:58:35.111" v="357" actId="14100"/>
          <ac:spMkLst>
            <pc:docMk/>
            <pc:sldMk cId="109857222" sldId="256"/>
            <ac:spMk id="18" creationId="{06CB08BF-0518-CF23-A422-1B387E60F664}"/>
          </ac:spMkLst>
        </pc:spChg>
        <pc:spChg chg="add del mod">
          <ac:chgData name="Luca Gonzalez" userId="7cf3ef0215481c41" providerId="Windows Live" clId="Web-{E5CF8E67-3EB6-4D82-BF94-CD5CC2FA0066}" dt="2022-07-26T14:59:38.488" v="361"/>
          <ac:spMkLst>
            <pc:docMk/>
            <pc:sldMk cId="109857222" sldId="256"/>
            <ac:spMk id="19" creationId="{B7E3AE41-7FF9-FBD0-DC2E-50FE27555E4A}"/>
          </ac:spMkLst>
        </pc:spChg>
        <pc:picChg chg="add del mod">
          <ac:chgData name="Luca Gonzalez" userId="7cf3ef0215481c41" providerId="Windows Live" clId="Web-{E5CF8E67-3EB6-4D82-BF94-CD5CC2FA0066}" dt="2022-07-26T15:01:20.209" v="373"/>
          <ac:picMkLst>
            <pc:docMk/>
            <pc:sldMk cId="109857222" sldId="256"/>
            <ac:picMk id="20" creationId="{893FF373-760A-56CE-29A5-4D0388B7EF5F}"/>
          </ac:picMkLst>
        </pc:picChg>
        <pc:picChg chg="add del mod modCrop">
          <ac:chgData name="Luca Gonzalez" userId="7cf3ef0215481c41" providerId="Windows Live" clId="Web-{E5CF8E67-3EB6-4D82-BF94-CD5CC2FA0066}" dt="2022-07-26T15:05:04.918" v="403"/>
          <ac:picMkLst>
            <pc:docMk/>
            <pc:sldMk cId="109857222" sldId="256"/>
            <ac:picMk id="21" creationId="{7DB410A6-3E24-C64B-5036-B8DA8F526CAA}"/>
          </ac:picMkLst>
        </pc:picChg>
        <pc:picChg chg="add del mod">
          <ac:chgData name="Luca Gonzalez" userId="7cf3ef0215481c41" providerId="Windows Live" clId="Web-{E5CF8E67-3EB6-4D82-BF94-CD5CC2FA0066}" dt="2022-07-26T15:04:54.356" v="400"/>
          <ac:picMkLst>
            <pc:docMk/>
            <pc:sldMk cId="109857222" sldId="256"/>
            <ac:picMk id="22" creationId="{95354C98-0432-F10A-AC3D-7CEDBACF3034}"/>
          </ac:picMkLst>
        </pc:picChg>
        <pc:picChg chg="add del mod">
          <ac:chgData name="Luca Gonzalez" userId="7cf3ef0215481c41" providerId="Windows Live" clId="Web-{E5CF8E67-3EB6-4D82-BF94-CD5CC2FA0066}" dt="2022-07-26T15:05:03.856" v="402"/>
          <ac:picMkLst>
            <pc:docMk/>
            <pc:sldMk cId="109857222" sldId="256"/>
            <ac:picMk id="23" creationId="{6FE34682-3E73-821B-22DE-D575817BE389}"/>
          </ac:picMkLst>
        </pc:picChg>
        <pc:picChg chg="add mod modCrop">
          <ac:chgData name="Luca Gonzalez" userId="7cf3ef0215481c41" providerId="Windows Live" clId="Web-{E5CF8E67-3EB6-4D82-BF94-CD5CC2FA0066}" dt="2022-07-26T15:12:39.868" v="432" actId="1076"/>
          <ac:picMkLst>
            <pc:docMk/>
            <pc:sldMk cId="109857222" sldId="256"/>
            <ac:picMk id="24" creationId="{1382DDFE-0ABE-CBFC-4AA2-0CFF8F0EFEDB}"/>
          </ac:picMkLst>
        </pc:picChg>
        <pc:picChg chg="add mod">
          <ac:chgData name="Luca Gonzalez" userId="7cf3ef0215481c41" providerId="Windows Live" clId="Web-{E5CF8E67-3EB6-4D82-BF94-CD5CC2FA0066}" dt="2022-07-26T15:13:35.041" v="435" actId="1076"/>
          <ac:picMkLst>
            <pc:docMk/>
            <pc:sldMk cId="109857222" sldId="256"/>
            <ac:picMk id="25" creationId="{BCA0703A-57C2-9EE3-B5B0-4BE9249CF14D}"/>
          </ac:picMkLst>
        </pc:picChg>
      </pc:sldChg>
    </pc:docChg>
  </pc:docChgLst>
  <pc:docChgLst>
    <pc:chgData name="Luca Gonzalez" userId="7cf3ef0215481c41" providerId="Windows Live" clId="Web-{A494CA7A-8FB1-458E-9628-2F3F035E4480}"/>
    <pc:docChg chg="modSld">
      <pc:chgData name="Luca Gonzalez" userId="7cf3ef0215481c41" providerId="Windows Live" clId="Web-{A494CA7A-8FB1-458E-9628-2F3F035E4480}" dt="2022-07-27T13:44:25.936" v="237" actId="1076"/>
      <pc:docMkLst>
        <pc:docMk/>
      </pc:docMkLst>
      <pc:sldChg chg="addSp delSp modSp">
        <pc:chgData name="Luca Gonzalez" userId="7cf3ef0215481c41" providerId="Windows Live" clId="Web-{A494CA7A-8FB1-458E-9628-2F3F035E4480}" dt="2022-07-27T13:44:25.936" v="237" actId="1076"/>
        <pc:sldMkLst>
          <pc:docMk/>
          <pc:sldMk cId="109857222" sldId="256"/>
        </pc:sldMkLst>
        <pc:spChg chg="mod">
          <ac:chgData name="Luca Gonzalez" userId="7cf3ef0215481c41" providerId="Windows Live" clId="Web-{A494CA7A-8FB1-458E-9628-2F3F035E4480}" dt="2022-07-27T12:46:47.311" v="22" actId="1076"/>
          <ac:spMkLst>
            <pc:docMk/>
            <pc:sldMk cId="109857222" sldId="256"/>
            <ac:spMk id="11" creationId="{9D9BB7C1-AFFD-C05E-0495-C137DF5F5556}"/>
          </ac:spMkLst>
        </pc:spChg>
        <pc:spChg chg="mod">
          <ac:chgData name="Luca Gonzalez" userId="7cf3ef0215481c41" providerId="Windows Live" clId="Web-{A494CA7A-8FB1-458E-9628-2F3F035E4480}" dt="2022-07-27T12:55:22.591" v="198" actId="20577"/>
          <ac:spMkLst>
            <pc:docMk/>
            <pc:sldMk cId="109857222" sldId="256"/>
            <ac:spMk id="20" creationId="{A8248F09-5FCF-4831-03B0-0B6B311C291D}"/>
          </ac:spMkLst>
        </pc:spChg>
        <pc:spChg chg="mod">
          <ac:chgData name="Luca Gonzalez" userId="7cf3ef0215481c41" providerId="Windows Live" clId="Web-{A494CA7A-8FB1-458E-9628-2F3F035E4480}" dt="2022-07-27T12:55:14.465" v="196" actId="20577"/>
          <ac:spMkLst>
            <pc:docMk/>
            <pc:sldMk cId="109857222" sldId="256"/>
            <ac:spMk id="31" creationId="{9B2FE7BF-0DA4-C7A2-6F8E-A4CC949D9646}"/>
          </ac:spMkLst>
        </pc:spChg>
        <pc:spChg chg="mod">
          <ac:chgData name="Luca Gonzalez" userId="7cf3ef0215481c41" providerId="Windows Live" clId="Web-{A494CA7A-8FB1-458E-9628-2F3F035E4480}" dt="2022-07-27T13:43:58.981" v="234" actId="20577"/>
          <ac:spMkLst>
            <pc:docMk/>
            <pc:sldMk cId="109857222" sldId="256"/>
            <ac:spMk id="32" creationId="{BA1AB0F6-EA9B-0274-E4F1-86F2B3DE7434}"/>
          </ac:spMkLst>
        </pc:spChg>
        <pc:spChg chg="mod">
          <ac:chgData name="Luca Gonzalez" userId="7cf3ef0215481c41" providerId="Windows Live" clId="Web-{A494CA7A-8FB1-458E-9628-2F3F035E4480}" dt="2022-07-27T12:58:05.455" v="214" actId="20577"/>
          <ac:spMkLst>
            <pc:docMk/>
            <pc:sldMk cId="109857222" sldId="256"/>
            <ac:spMk id="34" creationId="{647FFC5A-0E1D-4B06-0B94-19B8BB3DFA6E}"/>
          </ac:spMkLst>
        </pc:spChg>
        <pc:picChg chg="mod">
          <ac:chgData name="Luca Gonzalez" userId="7cf3ef0215481c41" providerId="Windows Live" clId="Web-{A494CA7A-8FB1-458E-9628-2F3F035E4480}" dt="2022-07-27T13:44:16.404" v="235" actId="1076"/>
          <ac:picMkLst>
            <pc:docMk/>
            <pc:sldMk cId="109857222" sldId="256"/>
            <ac:picMk id="29" creationId="{27FD1AA7-2796-F831-2A3F-DCA652C9F174}"/>
          </ac:picMkLst>
        </pc:picChg>
        <pc:picChg chg="mod">
          <ac:chgData name="Luca Gonzalez" userId="7cf3ef0215481c41" providerId="Windows Live" clId="Web-{A494CA7A-8FB1-458E-9628-2F3F035E4480}" dt="2022-07-27T13:44:25.936" v="237" actId="1076"/>
          <ac:picMkLst>
            <pc:docMk/>
            <pc:sldMk cId="109857222" sldId="256"/>
            <ac:picMk id="30" creationId="{68D569B7-4A7C-1E05-0E2F-6C5BBB0EFD84}"/>
          </ac:picMkLst>
        </pc:picChg>
        <pc:picChg chg="add del mod">
          <ac:chgData name="Luca Gonzalez" userId="7cf3ef0215481c41" providerId="Windows Live" clId="Web-{A494CA7A-8FB1-458E-9628-2F3F035E4480}" dt="2022-07-27T13:42:12.149" v="226"/>
          <ac:picMkLst>
            <pc:docMk/>
            <pc:sldMk cId="109857222" sldId="256"/>
            <ac:picMk id="35" creationId="{9D9A9DF7-374A-A753-75C6-4B64EF699D51}"/>
          </ac:picMkLst>
        </pc:picChg>
        <pc:picChg chg="add mod">
          <ac:chgData name="Luca Gonzalez" userId="7cf3ef0215481c41" providerId="Windows Live" clId="Web-{A494CA7A-8FB1-458E-9628-2F3F035E4480}" dt="2022-07-27T13:42:27.805" v="229" actId="1076"/>
          <ac:picMkLst>
            <pc:docMk/>
            <pc:sldMk cId="109857222" sldId="256"/>
            <ac:picMk id="36" creationId="{91764FED-9221-EB1C-DAE0-9856ED04B395}"/>
          </ac:picMkLst>
        </pc:picChg>
      </pc:sldChg>
    </pc:docChg>
  </pc:docChgLst>
  <pc:docChgLst>
    <pc:chgData name="Luca Gonzalez" userId="7cf3ef0215481c41" providerId="Windows Live" clId="Web-{FE2AAA4D-69CA-4BCC-9917-046A953C9FFF}"/>
    <pc:docChg chg="modSld">
      <pc:chgData name="Luca Gonzalez" userId="7cf3ef0215481c41" providerId="Windows Live" clId="Web-{FE2AAA4D-69CA-4BCC-9917-046A953C9FFF}" dt="2022-07-26T16:07:19.203" v="855" actId="20577"/>
      <pc:docMkLst>
        <pc:docMk/>
      </pc:docMkLst>
      <pc:sldChg chg="addSp delSp modSp">
        <pc:chgData name="Luca Gonzalez" userId="7cf3ef0215481c41" providerId="Windows Live" clId="Web-{FE2AAA4D-69CA-4BCC-9917-046A953C9FFF}" dt="2022-07-26T16:07:19.203" v="855" actId="20577"/>
        <pc:sldMkLst>
          <pc:docMk/>
          <pc:sldMk cId="109857222" sldId="256"/>
        </pc:sldMkLst>
        <pc:spChg chg="mod">
          <ac:chgData name="Luca Gonzalez" userId="7cf3ef0215481c41" providerId="Windows Live" clId="Web-{FE2AAA4D-69CA-4BCC-9917-046A953C9FFF}" dt="2022-07-26T15:52:06.689" v="481" actId="20577"/>
          <ac:spMkLst>
            <pc:docMk/>
            <pc:sldMk cId="109857222" sldId="256"/>
            <ac:spMk id="14" creationId="{542721CD-6C66-14E8-3D69-1706D0FA4FB6}"/>
          </ac:spMkLst>
        </pc:spChg>
        <pc:spChg chg="mod">
          <ac:chgData name="Luca Gonzalez" userId="7cf3ef0215481c41" providerId="Windows Live" clId="Web-{FE2AAA4D-69CA-4BCC-9917-046A953C9FFF}" dt="2022-07-26T15:52:16.986" v="490" actId="20577"/>
          <ac:spMkLst>
            <pc:docMk/>
            <pc:sldMk cId="109857222" sldId="256"/>
            <ac:spMk id="15" creationId="{2443CE19-6443-4BEA-F2A6-2419A04CFD64}"/>
          </ac:spMkLst>
        </pc:spChg>
        <pc:spChg chg="mod">
          <ac:chgData name="Luca Gonzalez" userId="7cf3ef0215481c41" providerId="Windows Live" clId="Web-{FE2AAA4D-69CA-4BCC-9917-046A953C9FFF}" dt="2022-07-26T15:52:10.298" v="483" actId="20577"/>
          <ac:spMkLst>
            <pc:docMk/>
            <pc:sldMk cId="109857222" sldId="256"/>
            <ac:spMk id="16" creationId="{61E5FDE4-AB35-5604-EDBD-56CC1DC10F30}"/>
          </ac:spMkLst>
        </pc:spChg>
        <pc:spChg chg="mod">
          <ac:chgData name="Luca Gonzalez" userId="7cf3ef0215481c41" providerId="Windows Live" clId="Web-{FE2AAA4D-69CA-4BCC-9917-046A953C9FFF}" dt="2022-07-26T15:52:24.721" v="494" actId="20577"/>
          <ac:spMkLst>
            <pc:docMk/>
            <pc:sldMk cId="109857222" sldId="256"/>
            <ac:spMk id="17" creationId="{4BC33B4E-07A6-1E8D-BD51-7E4AA24AECE8}"/>
          </ac:spMkLst>
        </pc:spChg>
        <pc:spChg chg="mod">
          <ac:chgData name="Luca Gonzalez" userId="7cf3ef0215481c41" providerId="Windows Live" clId="Web-{FE2AAA4D-69CA-4BCC-9917-046A953C9FFF}" dt="2022-07-26T15:52:20.283" v="492" actId="20577"/>
          <ac:spMkLst>
            <pc:docMk/>
            <pc:sldMk cId="109857222" sldId="256"/>
            <ac:spMk id="18" creationId="{06CB08BF-0518-CF23-A422-1B387E60F664}"/>
          </ac:spMkLst>
        </pc:spChg>
        <pc:spChg chg="add mod">
          <ac:chgData name="Luca Gonzalez" userId="7cf3ef0215481c41" providerId="Windows Live" clId="Web-{FE2AAA4D-69CA-4BCC-9917-046A953C9FFF}" dt="2022-07-26T15:51:42.047" v="477" actId="1076"/>
          <ac:spMkLst>
            <pc:docMk/>
            <pc:sldMk cId="109857222" sldId="256"/>
            <ac:spMk id="20" creationId="{A8248F09-5FCF-4831-03B0-0B6B311C291D}"/>
          </ac:spMkLst>
        </pc:spChg>
        <pc:spChg chg="add mod">
          <ac:chgData name="Luca Gonzalez" userId="7cf3ef0215481c41" providerId="Windows Live" clId="Web-{FE2AAA4D-69CA-4BCC-9917-046A953C9FFF}" dt="2022-07-26T15:54:57.022" v="589" actId="20577"/>
          <ac:spMkLst>
            <pc:docMk/>
            <pc:sldMk cId="109857222" sldId="256"/>
            <ac:spMk id="21" creationId="{149C0B1A-88A7-9ACD-C7BB-CEE4F8EDFC25}"/>
          </ac:spMkLst>
        </pc:spChg>
        <pc:spChg chg="add mod">
          <ac:chgData name="Luca Gonzalez" userId="7cf3ef0215481c41" providerId="Windows Live" clId="Web-{FE2AAA4D-69CA-4BCC-9917-046A953C9FFF}" dt="2022-07-26T16:07:19.203" v="855" actId="20577"/>
          <ac:spMkLst>
            <pc:docMk/>
            <pc:sldMk cId="109857222" sldId="256"/>
            <ac:spMk id="22" creationId="{4B9A7E3D-F5B9-43A4-6213-B1F12351F16B}"/>
          </ac:spMkLst>
        </pc:spChg>
        <pc:picChg chg="add del mod">
          <ac:chgData name="Luca Gonzalez" userId="7cf3ef0215481c41" providerId="Windows Live" clId="Web-{FE2AAA4D-69CA-4BCC-9917-046A953C9FFF}" dt="2022-07-26T15:58:48.999" v="724"/>
          <ac:picMkLst>
            <pc:docMk/>
            <pc:sldMk cId="109857222" sldId="256"/>
            <ac:picMk id="6" creationId="{4763C7A7-AC4C-BF5E-AEB7-5D3BF90B468F}"/>
          </ac:picMkLst>
        </pc:picChg>
        <pc:picChg chg="add mod">
          <ac:chgData name="Luca Gonzalez" userId="7cf3ef0215481c41" providerId="Windows Live" clId="Web-{FE2AAA4D-69CA-4BCC-9917-046A953C9FFF}" dt="2022-07-26T15:51:34.469" v="476" actId="1076"/>
          <ac:picMkLst>
            <pc:docMk/>
            <pc:sldMk cId="109857222" sldId="256"/>
            <ac:picMk id="19" creationId="{78294B86-3D28-F2B4-4EA0-1C422499113A}"/>
          </ac:picMkLst>
        </pc:picChg>
      </pc:sldChg>
    </pc:docChg>
  </pc:docChgLst>
  <pc:docChgLst>
    <pc:chgData name="Luca Gonzalez" userId="7cf3ef0215481c41" providerId="Windows Live" clId="Web-{98DED76E-0B6A-4800-8424-B2E1037DF05E}"/>
    <pc:docChg chg="modSld">
      <pc:chgData name="Luca Gonzalez" userId="7cf3ef0215481c41" providerId="Windows Live" clId="Web-{98DED76E-0B6A-4800-8424-B2E1037DF05E}" dt="2022-08-07T14:45:21.477" v="1" actId="1076"/>
      <pc:docMkLst>
        <pc:docMk/>
      </pc:docMkLst>
      <pc:sldChg chg="modSp">
        <pc:chgData name="Luca Gonzalez" userId="7cf3ef0215481c41" providerId="Windows Live" clId="Web-{98DED76E-0B6A-4800-8424-B2E1037DF05E}" dt="2022-08-07T14:45:21.477" v="1" actId="1076"/>
        <pc:sldMkLst>
          <pc:docMk/>
          <pc:sldMk cId="109857222" sldId="256"/>
        </pc:sldMkLst>
        <pc:picChg chg="mod">
          <ac:chgData name="Luca Gonzalez" userId="7cf3ef0215481c41" providerId="Windows Live" clId="Web-{98DED76E-0B6A-4800-8424-B2E1037DF05E}" dt="2022-08-07T14:45:21.477" v="1" actId="1076"/>
          <ac:picMkLst>
            <pc:docMk/>
            <pc:sldMk cId="109857222" sldId="256"/>
            <ac:picMk id="35" creationId="{A98CC5BC-F798-5AE1-9D8A-D5A74B7C1A8E}"/>
          </ac:picMkLst>
        </pc:picChg>
      </pc:sldChg>
    </pc:docChg>
  </pc:docChgLst>
  <pc:docChgLst>
    <pc:chgData name="Luca Gonzalez" userId="7cf3ef0215481c41" providerId="Windows Live" clId="Web-{86D9E512-47D8-4A60-8F40-F62E1F6AA343}"/>
    <pc:docChg chg="modSld">
      <pc:chgData name="Luca Gonzalez" userId="7cf3ef0215481c41" providerId="Windows Live" clId="Web-{86D9E512-47D8-4A60-8F40-F62E1F6AA343}" dt="2022-07-30T00:39:15.977" v="1437" actId="1076"/>
      <pc:docMkLst>
        <pc:docMk/>
      </pc:docMkLst>
      <pc:sldChg chg="addSp delSp modSp">
        <pc:chgData name="Luca Gonzalez" userId="7cf3ef0215481c41" providerId="Windows Live" clId="Web-{86D9E512-47D8-4A60-8F40-F62E1F6AA343}" dt="2022-07-30T00:39:15.977" v="1437" actId="1076"/>
        <pc:sldMkLst>
          <pc:docMk/>
          <pc:sldMk cId="109857222" sldId="256"/>
        </pc:sldMkLst>
        <pc:spChg chg="mod">
          <ac:chgData name="Luca Gonzalez" userId="7cf3ef0215481c41" providerId="Windows Live" clId="Web-{86D9E512-47D8-4A60-8F40-F62E1F6AA343}" dt="2022-07-27T13:52:26.898" v="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uca Gonzalez" userId="7cf3ef0215481c41" providerId="Windows Live" clId="Web-{86D9E512-47D8-4A60-8F40-F62E1F6AA343}" dt="2022-07-27T13:52:34.179" v="1" actId="20577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Luca Gonzalez" userId="7cf3ef0215481c41" providerId="Windows Live" clId="Web-{86D9E512-47D8-4A60-8F40-F62E1F6AA343}" dt="2022-07-29T18:46:28.609" v="726" actId="1076"/>
          <ac:spMkLst>
            <pc:docMk/>
            <pc:sldMk cId="109857222" sldId="256"/>
            <ac:spMk id="20" creationId="{A8248F09-5FCF-4831-03B0-0B6B311C291D}"/>
          </ac:spMkLst>
        </pc:spChg>
        <pc:spChg chg="mod">
          <ac:chgData name="Luca Gonzalez" userId="7cf3ef0215481c41" providerId="Windows Live" clId="Web-{86D9E512-47D8-4A60-8F40-F62E1F6AA343}" dt="2022-07-29T23:33:04.596" v="829" actId="14100"/>
          <ac:spMkLst>
            <pc:docMk/>
            <pc:sldMk cId="109857222" sldId="256"/>
            <ac:spMk id="21" creationId="{149C0B1A-88A7-9ACD-C7BB-CEE4F8EDFC25}"/>
          </ac:spMkLst>
        </pc:spChg>
        <pc:spChg chg="mod">
          <ac:chgData name="Luca Gonzalez" userId="7cf3ef0215481c41" providerId="Windows Live" clId="Web-{86D9E512-47D8-4A60-8F40-F62E1F6AA343}" dt="2022-07-30T00:33:48.759" v="1410" actId="20577"/>
          <ac:spMkLst>
            <pc:docMk/>
            <pc:sldMk cId="109857222" sldId="256"/>
            <ac:spMk id="22" creationId="{4B9A7E3D-F5B9-43A4-6213-B1F12351F16B}"/>
          </ac:spMkLst>
        </pc:spChg>
        <pc:spChg chg="mod">
          <ac:chgData name="Luca Gonzalez" userId="7cf3ef0215481c41" providerId="Windows Live" clId="Web-{86D9E512-47D8-4A60-8F40-F62E1F6AA343}" dt="2022-07-30T00:30:16.502" v="1265" actId="1076"/>
          <ac:spMkLst>
            <pc:docMk/>
            <pc:sldMk cId="109857222" sldId="256"/>
            <ac:spMk id="26" creationId="{ACD0817E-4FAB-940D-764F-86D2998084DB}"/>
          </ac:spMkLst>
        </pc:spChg>
        <pc:spChg chg="mod">
          <ac:chgData name="Luca Gonzalez" userId="7cf3ef0215481c41" providerId="Windows Live" clId="Web-{86D9E512-47D8-4A60-8F40-F62E1F6AA343}" dt="2022-07-29T18:28:20.223" v="714" actId="20577"/>
          <ac:spMkLst>
            <pc:docMk/>
            <pc:sldMk cId="109857222" sldId="256"/>
            <ac:spMk id="31" creationId="{9B2FE7BF-0DA4-C7A2-6F8E-A4CC949D9646}"/>
          </ac:spMkLst>
        </pc:spChg>
        <pc:spChg chg="mod">
          <ac:chgData name="Luca Gonzalez" userId="7cf3ef0215481c41" providerId="Windows Live" clId="Web-{86D9E512-47D8-4A60-8F40-F62E1F6AA343}" dt="2022-07-29T23:45:32.379" v="1057" actId="20577"/>
          <ac:spMkLst>
            <pc:docMk/>
            <pc:sldMk cId="109857222" sldId="256"/>
            <ac:spMk id="32" creationId="{BA1AB0F6-EA9B-0274-E4F1-86F2B3DE7434}"/>
          </ac:spMkLst>
        </pc:spChg>
        <pc:spChg chg="mod">
          <ac:chgData name="Luca Gonzalez" userId="7cf3ef0215481c41" providerId="Windows Live" clId="Web-{86D9E512-47D8-4A60-8F40-F62E1F6AA343}" dt="2022-07-29T23:47:24.147" v="1093" actId="20577"/>
          <ac:spMkLst>
            <pc:docMk/>
            <pc:sldMk cId="109857222" sldId="256"/>
            <ac:spMk id="33" creationId="{43619689-3318-56CC-FA98-27BAB8B6ED7F}"/>
          </ac:spMkLst>
        </pc:spChg>
        <pc:spChg chg="mod">
          <ac:chgData name="Luca Gonzalez" userId="7cf3ef0215481c41" providerId="Windows Live" clId="Web-{86D9E512-47D8-4A60-8F40-F62E1F6AA343}" dt="2022-07-29T23:46:49.022" v="1079" actId="20577"/>
          <ac:spMkLst>
            <pc:docMk/>
            <pc:sldMk cId="109857222" sldId="256"/>
            <ac:spMk id="34" creationId="{647FFC5A-0E1D-4B06-0B94-19B8BB3DFA6E}"/>
          </ac:spMkLst>
        </pc:spChg>
        <pc:spChg chg="add del mod">
          <ac:chgData name="Luca Gonzalez" userId="7cf3ef0215481c41" providerId="Windows Live" clId="Web-{86D9E512-47D8-4A60-8F40-F62E1F6AA343}" dt="2022-07-30T00:14:52.432" v="1095"/>
          <ac:spMkLst>
            <pc:docMk/>
            <pc:sldMk cId="109857222" sldId="256"/>
            <ac:spMk id="39" creationId="{843AF0D1-957E-8778-36C3-96CA477BF2A2}"/>
          </ac:spMkLst>
        </pc:spChg>
        <pc:spChg chg="add mod ord">
          <ac:chgData name="Luca Gonzalez" userId="7cf3ef0215481c41" providerId="Windows Live" clId="Web-{86D9E512-47D8-4A60-8F40-F62E1F6AA343}" dt="2022-07-30T00:38:35.647" v="1434" actId="1076"/>
          <ac:spMkLst>
            <pc:docMk/>
            <pc:sldMk cId="109857222" sldId="256"/>
            <ac:spMk id="40" creationId="{FC293CAE-89FA-00A3-DA79-0CC75713DCBE}"/>
          </ac:spMkLst>
        </pc:spChg>
        <pc:spChg chg="add mod ord">
          <ac:chgData name="Luca Gonzalez" userId="7cf3ef0215481c41" providerId="Windows Live" clId="Web-{86D9E512-47D8-4A60-8F40-F62E1F6AA343}" dt="2022-07-30T00:39:15.977" v="1437" actId="1076"/>
          <ac:spMkLst>
            <pc:docMk/>
            <pc:sldMk cId="109857222" sldId="256"/>
            <ac:spMk id="41" creationId="{A2E68D76-F799-8894-5D07-46BFC901E1E7}"/>
          </ac:spMkLst>
        </pc:spChg>
        <pc:spChg chg="add mod">
          <ac:chgData name="Luca Gonzalez" userId="7cf3ef0215481c41" providerId="Windows Live" clId="Web-{86D9E512-47D8-4A60-8F40-F62E1F6AA343}" dt="2022-07-30T00:28:28.179" v="1240" actId="1076"/>
          <ac:spMkLst>
            <pc:docMk/>
            <pc:sldMk cId="109857222" sldId="256"/>
            <ac:spMk id="42" creationId="{D4BC4452-320E-EF72-C747-A509EF9C4AC4}"/>
          </ac:spMkLst>
        </pc:spChg>
        <pc:spChg chg="add mod">
          <ac:chgData name="Luca Gonzalez" userId="7cf3ef0215481c41" providerId="Windows Live" clId="Web-{86D9E512-47D8-4A60-8F40-F62E1F6AA343}" dt="2022-07-30T00:28:21.319" v="1239" actId="1076"/>
          <ac:spMkLst>
            <pc:docMk/>
            <pc:sldMk cId="109857222" sldId="256"/>
            <ac:spMk id="43" creationId="{8665D095-14A2-19EC-C40D-8CF7E1566664}"/>
          </ac:spMkLst>
        </pc:spChg>
        <pc:spChg chg="add mod">
          <ac:chgData name="Luca Gonzalez" userId="7cf3ef0215481c41" providerId="Windows Live" clId="Web-{86D9E512-47D8-4A60-8F40-F62E1F6AA343}" dt="2022-07-30T00:18:02.938" v="1150" actId="1076"/>
          <ac:spMkLst>
            <pc:docMk/>
            <pc:sldMk cId="109857222" sldId="256"/>
            <ac:spMk id="44" creationId="{1A8589A2-6857-ED33-374F-108EC0FCB2C9}"/>
          </ac:spMkLst>
        </pc:spChg>
        <pc:spChg chg="add mod">
          <ac:chgData name="Luca Gonzalez" userId="7cf3ef0215481c41" providerId="Windows Live" clId="Web-{86D9E512-47D8-4A60-8F40-F62E1F6AA343}" dt="2022-07-30T00:17:57.204" v="1149" actId="1076"/>
          <ac:spMkLst>
            <pc:docMk/>
            <pc:sldMk cId="109857222" sldId="256"/>
            <ac:spMk id="45" creationId="{569E970B-5A6F-A0AA-E0EF-9C0670F93D42}"/>
          </ac:spMkLst>
        </pc:spChg>
        <pc:spChg chg="add mod">
          <ac:chgData name="Luca Gonzalez" userId="7cf3ef0215481c41" providerId="Windows Live" clId="Web-{86D9E512-47D8-4A60-8F40-F62E1F6AA343}" dt="2022-07-29T18:20:21.977" v="697" actId="20577"/>
          <ac:spMkLst>
            <pc:docMk/>
            <pc:sldMk cId="109857222" sldId="256"/>
            <ac:spMk id="46" creationId="{9929D9F6-6593-88BB-3199-FBF985DD59FC}"/>
          </ac:spMkLst>
        </pc:spChg>
        <pc:spChg chg="add mod">
          <ac:chgData name="Luca Gonzalez" userId="7cf3ef0215481c41" providerId="Windows Live" clId="Web-{86D9E512-47D8-4A60-8F40-F62E1F6AA343}" dt="2022-07-29T18:20:36.040" v="700" actId="20577"/>
          <ac:spMkLst>
            <pc:docMk/>
            <pc:sldMk cId="109857222" sldId="256"/>
            <ac:spMk id="47" creationId="{C7DA566A-580E-B4BF-8F6B-C64E1784AB75}"/>
          </ac:spMkLst>
        </pc:spChg>
        <pc:picChg chg="add del mod">
          <ac:chgData name="Luca Gonzalez" userId="7cf3ef0215481c41" providerId="Windows Live" clId="Web-{86D9E512-47D8-4A60-8F40-F62E1F6AA343}" dt="2022-07-30T00:26:00.954" v="1224"/>
          <ac:picMkLst>
            <pc:docMk/>
            <pc:sldMk cId="109857222" sldId="256"/>
            <ac:picMk id="6" creationId="{71C9190D-34AB-EB5E-17E3-CF50F2B88485}"/>
          </ac:picMkLst>
        </pc:picChg>
        <pc:picChg chg="del">
          <ac:chgData name="Luca Gonzalez" userId="7cf3ef0215481c41" providerId="Windows Live" clId="Web-{86D9E512-47D8-4A60-8F40-F62E1F6AA343}" dt="2022-07-29T17:57:48.179" v="407"/>
          <ac:picMkLst>
            <pc:docMk/>
            <pc:sldMk cId="109857222" sldId="256"/>
            <ac:picMk id="6" creationId="{A78094FA-2A51-9ADA-110A-2EA2211895CF}"/>
          </ac:picMkLst>
        </pc:picChg>
        <pc:picChg chg="mod">
          <ac:chgData name="Luca Gonzalez" userId="7cf3ef0215481c41" providerId="Windows Live" clId="Web-{86D9E512-47D8-4A60-8F40-F62E1F6AA343}" dt="2022-07-29T18:45:32.061" v="722" actId="1076"/>
          <ac:picMkLst>
            <pc:docMk/>
            <pc:sldMk cId="109857222" sldId="256"/>
            <ac:picMk id="19" creationId="{78294B86-3D28-F2B4-4EA0-1C422499113A}"/>
          </ac:picMkLst>
        </pc:picChg>
        <pc:picChg chg="mod">
          <ac:chgData name="Luca Gonzalez" userId="7cf3ef0215481c41" providerId="Windows Live" clId="Web-{86D9E512-47D8-4A60-8F40-F62E1F6AA343}" dt="2022-07-30T00:27:59.475" v="1235" actId="14100"/>
          <ac:picMkLst>
            <pc:docMk/>
            <pc:sldMk cId="109857222" sldId="256"/>
            <ac:picMk id="23" creationId="{23CB978A-7FAE-9BF2-FB46-6C0A93F2D53D}"/>
          </ac:picMkLst>
        </pc:picChg>
        <pc:picChg chg="mod">
          <ac:chgData name="Luca Gonzalez" userId="7cf3ef0215481c41" providerId="Windows Live" clId="Web-{86D9E512-47D8-4A60-8F40-F62E1F6AA343}" dt="2022-07-29T14:37:27.538" v="152" actId="1076"/>
          <ac:picMkLst>
            <pc:docMk/>
            <pc:sldMk cId="109857222" sldId="256"/>
            <ac:picMk id="24" creationId="{A7596533-E7A8-1684-B057-9C3E22B77A79}"/>
          </ac:picMkLst>
        </pc:picChg>
        <pc:picChg chg="mod">
          <ac:chgData name="Luca Gonzalez" userId="7cf3ef0215481c41" providerId="Windows Live" clId="Web-{86D9E512-47D8-4A60-8F40-F62E1F6AA343}" dt="2022-07-30T00:28:12.616" v="1237" actId="1076"/>
          <ac:picMkLst>
            <pc:docMk/>
            <pc:sldMk cId="109857222" sldId="256"/>
            <ac:picMk id="25" creationId="{BCA0703A-57C2-9EE3-B5B0-4BE9249CF14D}"/>
          </ac:picMkLst>
        </pc:picChg>
        <pc:picChg chg="mod">
          <ac:chgData name="Luca Gonzalez" userId="7cf3ef0215481c41" providerId="Windows Live" clId="Web-{86D9E512-47D8-4A60-8F40-F62E1F6AA343}" dt="2022-07-29T23:25:12.223" v="728" actId="1076"/>
          <ac:picMkLst>
            <pc:docMk/>
            <pc:sldMk cId="109857222" sldId="256"/>
            <ac:picMk id="29" creationId="{27FD1AA7-2796-F831-2A3F-DCA652C9F174}"/>
          </ac:picMkLst>
        </pc:picChg>
        <pc:picChg chg="mod">
          <ac:chgData name="Luca Gonzalez" userId="7cf3ef0215481c41" providerId="Windows Live" clId="Web-{86D9E512-47D8-4A60-8F40-F62E1F6AA343}" dt="2022-07-29T18:30:47.336" v="721" actId="1076"/>
          <ac:picMkLst>
            <pc:docMk/>
            <pc:sldMk cId="109857222" sldId="256"/>
            <ac:picMk id="30" creationId="{68D569B7-4A7C-1E05-0E2F-6C5BBB0EFD84}"/>
          </ac:picMkLst>
        </pc:picChg>
        <pc:picChg chg="add del mod">
          <ac:chgData name="Luca Gonzalez" userId="7cf3ef0215481c41" providerId="Windows Live" clId="Web-{86D9E512-47D8-4A60-8F40-F62E1F6AA343}" dt="2022-07-27T18:58:41.974" v="43"/>
          <ac:picMkLst>
            <pc:docMk/>
            <pc:sldMk cId="109857222" sldId="256"/>
            <ac:picMk id="35" creationId="{A4F8F408-5E4C-E815-B2D9-9BAEEBEA4E7C}"/>
          </ac:picMkLst>
        </pc:picChg>
        <pc:picChg chg="add mod">
          <ac:chgData name="Luca Gonzalez" userId="7cf3ef0215481c41" providerId="Windows Live" clId="Web-{86D9E512-47D8-4A60-8F40-F62E1F6AA343}" dt="2022-07-27T21:05:51.568" v="57" actId="1076"/>
          <ac:picMkLst>
            <pc:docMk/>
            <pc:sldMk cId="109857222" sldId="256"/>
            <ac:picMk id="35" creationId="{A98CC5BC-F798-5AE1-9D8A-D5A74B7C1A8E}"/>
          </ac:picMkLst>
        </pc:picChg>
        <pc:picChg chg="add del mod">
          <ac:chgData name="Luca Gonzalez" userId="7cf3ef0215481c41" providerId="Windows Live" clId="Web-{86D9E512-47D8-4A60-8F40-F62E1F6AA343}" dt="2022-07-30T00:14:47.619" v="1094"/>
          <ac:picMkLst>
            <pc:docMk/>
            <pc:sldMk cId="109857222" sldId="256"/>
            <ac:picMk id="36" creationId="{241BB88F-9392-D565-0890-60409CC458E2}"/>
          </ac:picMkLst>
        </pc:picChg>
        <pc:picChg chg="add del mod">
          <ac:chgData name="Luca Gonzalez" userId="7cf3ef0215481c41" providerId="Windows Live" clId="Web-{86D9E512-47D8-4A60-8F40-F62E1F6AA343}" dt="2022-07-27T21:05:22.223" v="51"/>
          <ac:picMkLst>
            <pc:docMk/>
            <pc:sldMk cId="109857222" sldId="256"/>
            <ac:picMk id="36" creationId="{556560A9-EE50-E6BA-AE86-D71AFD5978C1}"/>
          </ac:picMkLst>
        </pc:picChg>
        <pc:picChg chg="del">
          <ac:chgData name="Luca Gonzalez" userId="7cf3ef0215481c41" providerId="Windows Live" clId="Web-{86D9E512-47D8-4A60-8F40-F62E1F6AA343}" dt="2022-07-27T17:08:45.895" v="28"/>
          <ac:picMkLst>
            <pc:docMk/>
            <pc:sldMk cId="109857222" sldId="256"/>
            <ac:picMk id="36" creationId="{91764FED-9221-EB1C-DAE0-9856ED04B395}"/>
          </ac:picMkLst>
        </pc:picChg>
        <pc:picChg chg="add del mod modCrop">
          <ac:chgData name="Luca Gonzalez" userId="7cf3ef0215481c41" providerId="Windows Live" clId="Web-{86D9E512-47D8-4A60-8F40-F62E1F6AA343}" dt="2022-07-30T00:37:44.208" v="1433" actId="14100"/>
          <ac:picMkLst>
            <pc:docMk/>
            <pc:sldMk cId="109857222" sldId="256"/>
            <ac:picMk id="37" creationId="{19CDFD08-986D-A47F-57F6-EB9FCD979306}"/>
          </ac:picMkLst>
        </pc:picChg>
        <pc:picChg chg="add del mod modCrop">
          <ac:chgData name="Luca Gonzalez" userId="7cf3ef0215481c41" providerId="Windows Live" clId="Web-{86D9E512-47D8-4A60-8F40-F62E1F6AA343}" dt="2022-07-30T00:26:06.376" v="1226"/>
          <ac:picMkLst>
            <pc:docMk/>
            <pc:sldMk cId="109857222" sldId="256"/>
            <ac:picMk id="38" creationId="{46A2A403-3358-B203-8B5A-938161004E0C}"/>
          </ac:picMkLst>
        </pc:picChg>
        <pc:picChg chg="add mod">
          <ac:chgData name="Luca Gonzalez" userId="7cf3ef0215481c41" providerId="Windows Live" clId="Web-{86D9E512-47D8-4A60-8F40-F62E1F6AA343}" dt="2022-07-30T00:36:29.096" v="1431" actId="1076"/>
          <ac:picMkLst>
            <pc:docMk/>
            <pc:sldMk cId="109857222" sldId="256"/>
            <ac:picMk id="48" creationId="{322D404C-76E0-438C-3E9A-76CB68634969}"/>
          </ac:picMkLst>
        </pc:picChg>
      </pc:sldChg>
    </pc:docChg>
  </pc:docChgLst>
  <pc:docChgLst>
    <pc:chgData name="Luca Gonzalez" userId="7cf3ef0215481c41" providerId="Windows Live" clId="Web-{E3CE41A2-8B60-4BAB-A1B1-51EBD9F6B27E}"/>
    <pc:docChg chg="modSld">
      <pc:chgData name="Luca Gonzalez" userId="7cf3ef0215481c41" providerId="Windows Live" clId="Web-{E3CE41A2-8B60-4BAB-A1B1-51EBD9F6B27E}" dt="2022-07-30T15:45:34.042" v="17" actId="20577"/>
      <pc:docMkLst>
        <pc:docMk/>
      </pc:docMkLst>
      <pc:sldChg chg="modSp">
        <pc:chgData name="Luca Gonzalez" userId="7cf3ef0215481c41" providerId="Windows Live" clId="Web-{E3CE41A2-8B60-4BAB-A1B1-51EBD9F6B27E}" dt="2022-07-30T15:45:34.042" v="17" actId="20577"/>
        <pc:sldMkLst>
          <pc:docMk/>
          <pc:sldMk cId="109857222" sldId="256"/>
        </pc:sldMkLst>
        <pc:spChg chg="mod">
          <ac:chgData name="Luca Gonzalez" userId="7cf3ef0215481c41" providerId="Windows Live" clId="Web-{E3CE41A2-8B60-4BAB-A1B1-51EBD9F6B27E}" dt="2022-07-30T15:42:36.490" v="4" actId="20577"/>
          <ac:spMkLst>
            <pc:docMk/>
            <pc:sldMk cId="109857222" sldId="256"/>
            <ac:spMk id="22" creationId="{4B9A7E3D-F5B9-43A4-6213-B1F12351F16B}"/>
          </ac:spMkLst>
        </pc:spChg>
        <pc:spChg chg="mod">
          <ac:chgData name="Luca Gonzalez" userId="7cf3ef0215481c41" providerId="Windows Live" clId="Web-{E3CE41A2-8B60-4BAB-A1B1-51EBD9F6B27E}" dt="2022-07-30T15:45:04.104" v="15" actId="20577"/>
          <ac:spMkLst>
            <pc:docMk/>
            <pc:sldMk cId="109857222" sldId="256"/>
            <ac:spMk id="26" creationId="{ACD0817E-4FAB-940D-764F-86D2998084DB}"/>
          </ac:spMkLst>
        </pc:spChg>
        <pc:spChg chg="mod">
          <ac:chgData name="Luca Gonzalez" userId="7cf3ef0215481c41" providerId="Windows Live" clId="Web-{E3CE41A2-8B60-4BAB-A1B1-51EBD9F6B27E}" dt="2022-07-30T15:45:34.042" v="17" actId="20577"/>
          <ac:spMkLst>
            <pc:docMk/>
            <pc:sldMk cId="109857222" sldId="256"/>
            <ac:spMk id="33" creationId="{43619689-3318-56CC-FA98-27BAB8B6ED7F}"/>
          </ac:spMkLst>
        </pc:spChg>
        <pc:spChg chg="mod">
          <ac:chgData name="Luca Gonzalez" userId="7cf3ef0215481c41" providerId="Windows Live" clId="Web-{E3CE41A2-8B60-4BAB-A1B1-51EBD9F6B27E}" dt="2022-07-30T15:44:06.086" v="14" actId="20577"/>
          <ac:spMkLst>
            <pc:docMk/>
            <pc:sldMk cId="109857222" sldId="256"/>
            <ac:spMk id="34" creationId="{647FFC5A-0E1D-4B06-0B94-19B8BB3DFA6E}"/>
          </ac:spMkLst>
        </pc:spChg>
        <pc:spChg chg="mod">
          <ac:chgData name="Luca Gonzalez" userId="7cf3ef0215481c41" providerId="Windows Live" clId="Web-{E3CE41A2-8B60-4BAB-A1B1-51EBD9F6B27E}" dt="2022-07-30T15:43:15.897" v="5" actId="1076"/>
          <ac:spMkLst>
            <pc:docMk/>
            <pc:sldMk cId="109857222" sldId="256"/>
            <ac:spMk id="44" creationId="{1A8589A2-6857-ED33-374F-108EC0FCB2C9}"/>
          </ac:spMkLst>
        </pc:spChg>
        <pc:spChg chg="mod">
          <ac:chgData name="Luca Gonzalez" userId="7cf3ef0215481c41" providerId="Windows Live" clId="Web-{E3CE41A2-8B60-4BAB-A1B1-51EBD9F6B27E}" dt="2022-07-30T15:43:23.225" v="6" actId="1076"/>
          <ac:spMkLst>
            <pc:docMk/>
            <pc:sldMk cId="109857222" sldId="256"/>
            <ac:spMk id="45" creationId="{569E970B-5A6F-A0AA-E0EF-9C0670F93D42}"/>
          </ac:spMkLst>
        </pc:spChg>
        <pc:picChg chg="mod">
          <ac:chgData name="Luca Gonzalez" userId="7cf3ef0215481c41" providerId="Windows Live" clId="Web-{E3CE41A2-8B60-4BAB-A1B1-51EBD9F6B27E}" dt="2022-07-30T15:43:27.476" v="8" actId="1076"/>
          <ac:picMkLst>
            <pc:docMk/>
            <pc:sldMk cId="109857222" sldId="256"/>
            <ac:picMk id="29" creationId="{27FD1AA7-2796-F831-2A3F-DCA652C9F174}"/>
          </ac:picMkLst>
        </pc:picChg>
        <pc:picChg chg="mod">
          <ac:chgData name="Luca Gonzalez" userId="7cf3ef0215481c41" providerId="Windows Live" clId="Web-{E3CE41A2-8B60-4BAB-A1B1-51EBD9F6B27E}" dt="2022-07-30T15:43:25.866" v="7" actId="1076"/>
          <ac:picMkLst>
            <pc:docMk/>
            <pc:sldMk cId="109857222" sldId="256"/>
            <ac:picMk id="30" creationId="{68D569B7-4A7C-1E05-0E2F-6C5BBB0EFD84}"/>
          </ac:picMkLst>
        </pc:picChg>
      </pc:sldChg>
    </pc:docChg>
  </pc:docChgLst>
  <pc:docChgLst>
    <pc:chgData name="Luca Gonzalez" userId="7cf3ef0215481c41" providerId="Windows Live" clId="Web-{E3B9E1D2-8CB2-47A5-99B4-33C738135ADD}"/>
    <pc:docChg chg="modSld">
      <pc:chgData name="Luca Gonzalez" userId="7cf3ef0215481c41" providerId="Windows Live" clId="Web-{E3B9E1D2-8CB2-47A5-99B4-33C738135ADD}" dt="2022-07-27T03:35:59.075" v="4083" actId="20577"/>
      <pc:docMkLst>
        <pc:docMk/>
      </pc:docMkLst>
      <pc:sldChg chg="addSp delSp modSp mod modShow">
        <pc:chgData name="Luca Gonzalez" userId="7cf3ef0215481c41" providerId="Windows Live" clId="Web-{E3B9E1D2-8CB2-47A5-99B4-33C738135ADD}" dt="2022-07-27T03:35:59.075" v="4083" actId="20577"/>
        <pc:sldMkLst>
          <pc:docMk/>
          <pc:sldMk cId="109857222" sldId="256"/>
        </pc:sldMkLst>
        <pc:spChg chg="mod">
          <ac:chgData name="Luca Gonzalez" userId="7cf3ef0215481c41" providerId="Windows Live" clId="Web-{E3B9E1D2-8CB2-47A5-99B4-33C738135ADD}" dt="2022-07-26T18:54:31.542" v="3888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uca Gonzalez" userId="7cf3ef0215481c41" providerId="Windows Live" clId="Web-{E3B9E1D2-8CB2-47A5-99B4-33C738135ADD}" dt="2022-07-26T16:45:40.684" v="916" actId="14100"/>
          <ac:spMkLst>
            <pc:docMk/>
            <pc:sldMk cId="109857222" sldId="256"/>
            <ac:spMk id="8" creationId="{4C0CB0A5-4048-B42A-02E0-4F202DD2F5B2}"/>
          </ac:spMkLst>
        </pc:spChg>
        <pc:spChg chg="mod">
          <ac:chgData name="Luca Gonzalez" userId="7cf3ef0215481c41" providerId="Windows Live" clId="Web-{E3B9E1D2-8CB2-47A5-99B4-33C738135ADD}" dt="2022-07-26T18:45:35.382" v="3853" actId="14100"/>
          <ac:spMkLst>
            <pc:docMk/>
            <pc:sldMk cId="109857222" sldId="256"/>
            <ac:spMk id="9" creationId="{98AEDFFC-AB66-270A-8B61-5A37722C2268}"/>
          </ac:spMkLst>
        </pc:spChg>
        <pc:spChg chg="mod">
          <ac:chgData name="Luca Gonzalez" userId="7cf3ef0215481c41" providerId="Windows Live" clId="Web-{E3B9E1D2-8CB2-47A5-99B4-33C738135ADD}" dt="2022-07-26T16:45:49.794" v="918" actId="14100"/>
          <ac:spMkLst>
            <pc:docMk/>
            <pc:sldMk cId="109857222" sldId="256"/>
            <ac:spMk id="10" creationId="{20868CCF-1105-0A39-AA1C-79D6D557DDE9}"/>
          </ac:spMkLst>
        </pc:spChg>
        <pc:spChg chg="mod">
          <ac:chgData name="Luca Gonzalez" userId="7cf3ef0215481c41" providerId="Windows Live" clId="Web-{E3B9E1D2-8CB2-47A5-99B4-33C738135ADD}" dt="2022-07-26T18:56:30.702" v="3901" actId="14100"/>
          <ac:spMkLst>
            <pc:docMk/>
            <pc:sldMk cId="109857222" sldId="256"/>
            <ac:spMk id="11" creationId="{9D9BB7C1-AFFD-C05E-0495-C137DF5F5556}"/>
          </ac:spMkLst>
        </pc:spChg>
        <pc:spChg chg="mod">
          <ac:chgData name="Luca Gonzalez" userId="7cf3ef0215481c41" providerId="Windows Live" clId="Web-{E3B9E1D2-8CB2-47A5-99B4-33C738135ADD}" dt="2022-07-26T18:56:16.827" v="3898" actId="14100"/>
          <ac:spMkLst>
            <pc:docMk/>
            <pc:sldMk cId="109857222" sldId="256"/>
            <ac:spMk id="12" creationId="{A2B014CD-0A0B-DF15-9EC9-AC0FC050E5FE}"/>
          </ac:spMkLst>
        </pc:spChg>
        <pc:spChg chg="mod">
          <ac:chgData name="Luca Gonzalez" userId="7cf3ef0215481c41" providerId="Windows Live" clId="Web-{E3B9E1D2-8CB2-47A5-99B4-33C738135ADD}" dt="2022-07-26T18:54:20.213" v="3887" actId="1076"/>
          <ac:spMkLst>
            <pc:docMk/>
            <pc:sldMk cId="109857222" sldId="256"/>
            <ac:spMk id="13" creationId="{3D93FFB5-CC2A-84E6-8F24-684C1F4A04D3}"/>
          </ac:spMkLst>
        </pc:spChg>
        <pc:spChg chg="mod">
          <ac:chgData name="Luca Gonzalez" userId="7cf3ef0215481c41" providerId="Windows Live" clId="Web-{E3B9E1D2-8CB2-47A5-99B4-33C738135ADD}" dt="2022-07-26T16:42:56.679" v="894" actId="1076"/>
          <ac:spMkLst>
            <pc:docMk/>
            <pc:sldMk cId="109857222" sldId="256"/>
            <ac:spMk id="15" creationId="{2443CE19-6443-4BEA-F2A6-2419A04CFD64}"/>
          </ac:spMkLst>
        </pc:spChg>
        <pc:spChg chg="mod">
          <ac:chgData name="Luca Gonzalez" userId="7cf3ef0215481c41" providerId="Windows Live" clId="Web-{E3B9E1D2-8CB2-47A5-99B4-33C738135ADD}" dt="2022-07-26T18:56:51.469" v="3903" actId="1076"/>
          <ac:spMkLst>
            <pc:docMk/>
            <pc:sldMk cId="109857222" sldId="256"/>
            <ac:spMk id="17" creationId="{4BC33B4E-07A6-1E8D-BD51-7E4AA24AECE8}"/>
          </ac:spMkLst>
        </pc:spChg>
        <pc:spChg chg="mod">
          <ac:chgData name="Luca Gonzalez" userId="7cf3ef0215481c41" providerId="Windows Live" clId="Web-{E3B9E1D2-8CB2-47A5-99B4-33C738135ADD}" dt="2022-07-26T17:26:42.397" v="2418" actId="14100"/>
          <ac:spMkLst>
            <pc:docMk/>
            <pc:sldMk cId="109857222" sldId="256"/>
            <ac:spMk id="18" creationId="{06CB08BF-0518-CF23-A422-1B387E60F664}"/>
          </ac:spMkLst>
        </pc:spChg>
        <pc:spChg chg="mod">
          <ac:chgData name="Luca Gonzalez" userId="7cf3ef0215481c41" providerId="Windows Live" clId="Web-{E3B9E1D2-8CB2-47A5-99B4-33C738135ADD}" dt="2022-07-26T16:47:29.328" v="943" actId="20577"/>
          <ac:spMkLst>
            <pc:docMk/>
            <pc:sldMk cId="109857222" sldId="256"/>
            <ac:spMk id="20" creationId="{A8248F09-5FCF-4831-03B0-0B6B311C291D}"/>
          </ac:spMkLst>
        </pc:spChg>
        <pc:spChg chg="mod">
          <ac:chgData name="Luca Gonzalez" userId="7cf3ef0215481c41" providerId="Windows Live" clId="Web-{E3B9E1D2-8CB2-47A5-99B4-33C738135ADD}" dt="2022-07-26T18:59:49.334" v="3931" actId="20577"/>
          <ac:spMkLst>
            <pc:docMk/>
            <pc:sldMk cId="109857222" sldId="256"/>
            <ac:spMk id="21" creationId="{149C0B1A-88A7-9ACD-C7BB-CEE4F8EDFC25}"/>
          </ac:spMkLst>
        </pc:spChg>
        <pc:spChg chg="mod">
          <ac:chgData name="Luca Gonzalez" userId="7cf3ef0215481c41" providerId="Windows Live" clId="Web-{E3B9E1D2-8CB2-47A5-99B4-33C738135ADD}" dt="2022-07-26T20:12:26.760" v="3953" actId="20577"/>
          <ac:spMkLst>
            <pc:docMk/>
            <pc:sldMk cId="109857222" sldId="256"/>
            <ac:spMk id="22" creationId="{4B9A7E3D-F5B9-43A4-6213-B1F12351F16B}"/>
          </ac:spMkLst>
        </pc:spChg>
        <pc:spChg chg="add mod">
          <ac:chgData name="Luca Gonzalez" userId="7cf3ef0215481c41" providerId="Windows Live" clId="Web-{E3B9E1D2-8CB2-47A5-99B4-33C738135ADD}" dt="2022-07-26T18:33:06.590" v="3708" actId="1076"/>
          <ac:spMkLst>
            <pc:docMk/>
            <pc:sldMk cId="109857222" sldId="256"/>
            <ac:spMk id="26" creationId="{ACD0817E-4FAB-940D-764F-86D2998084DB}"/>
          </ac:spMkLst>
        </pc:spChg>
        <pc:spChg chg="add mod">
          <ac:chgData name="Luca Gonzalez" userId="7cf3ef0215481c41" providerId="Windows Live" clId="Web-{E3B9E1D2-8CB2-47A5-99B4-33C738135ADD}" dt="2022-07-26T21:37:53.784" v="4031" actId="1076"/>
          <ac:spMkLst>
            <pc:docMk/>
            <pc:sldMk cId="109857222" sldId="256"/>
            <ac:spMk id="31" creationId="{9B2FE7BF-0DA4-C7A2-6F8E-A4CC949D9646}"/>
          </ac:spMkLst>
        </pc:spChg>
        <pc:spChg chg="add mod">
          <ac:chgData name="Luca Gonzalez" userId="7cf3ef0215481c41" providerId="Windows Live" clId="Web-{E3B9E1D2-8CB2-47A5-99B4-33C738135ADD}" dt="2022-07-27T03:35:59.075" v="4083" actId="20577"/>
          <ac:spMkLst>
            <pc:docMk/>
            <pc:sldMk cId="109857222" sldId="256"/>
            <ac:spMk id="32" creationId="{BA1AB0F6-EA9B-0274-E4F1-86F2B3DE7434}"/>
          </ac:spMkLst>
        </pc:spChg>
        <pc:spChg chg="add mod">
          <ac:chgData name="Luca Gonzalez" userId="7cf3ef0215481c41" providerId="Windows Live" clId="Web-{E3B9E1D2-8CB2-47A5-99B4-33C738135ADD}" dt="2022-07-26T20:16:23.927" v="4013" actId="20577"/>
          <ac:spMkLst>
            <pc:docMk/>
            <pc:sldMk cId="109857222" sldId="256"/>
            <ac:spMk id="33" creationId="{43619689-3318-56CC-FA98-27BAB8B6ED7F}"/>
          </ac:spMkLst>
        </pc:spChg>
        <pc:spChg chg="add mod">
          <ac:chgData name="Luca Gonzalez" userId="7cf3ef0215481c41" providerId="Windows Live" clId="Web-{E3B9E1D2-8CB2-47A5-99B4-33C738135ADD}" dt="2022-07-26T19:04:43.095" v="3946" actId="20577"/>
          <ac:spMkLst>
            <pc:docMk/>
            <pc:sldMk cId="109857222" sldId="256"/>
            <ac:spMk id="34" creationId="{647FFC5A-0E1D-4B06-0B94-19B8BB3DFA6E}"/>
          </ac:spMkLst>
        </pc:spChg>
        <pc:spChg chg="add del mod">
          <ac:chgData name="Luca Gonzalez" userId="7cf3ef0215481c41" providerId="Windows Live" clId="Web-{E3B9E1D2-8CB2-47A5-99B4-33C738135ADD}" dt="2022-07-26T17:51:31.502" v="3408"/>
          <ac:spMkLst>
            <pc:docMk/>
            <pc:sldMk cId="109857222" sldId="256"/>
            <ac:spMk id="35" creationId="{9D417FF6-5213-3045-8B0F-D8F83D1217A4}"/>
          </ac:spMkLst>
        </pc:spChg>
        <pc:picChg chg="add mod">
          <ac:chgData name="Luca Gonzalez" userId="7cf3ef0215481c41" providerId="Windows Live" clId="Web-{E3B9E1D2-8CB2-47A5-99B4-33C738135ADD}" dt="2022-07-26T18:50:23.189" v="3872" actId="1076"/>
          <ac:picMkLst>
            <pc:docMk/>
            <pc:sldMk cId="109857222" sldId="256"/>
            <ac:picMk id="6" creationId="{A78094FA-2A51-9ADA-110A-2EA2211895CF}"/>
          </ac:picMkLst>
        </pc:picChg>
        <pc:picChg chg="add mod">
          <ac:chgData name="Luca Gonzalez" userId="7cf3ef0215481c41" providerId="Windows Live" clId="Web-{E3B9E1D2-8CB2-47A5-99B4-33C738135ADD}" dt="2022-07-26T18:33:11.293" v="3709" actId="1076"/>
          <ac:picMkLst>
            <pc:docMk/>
            <pc:sldMk cId="109857222" sldId="256"/>
            <ac:picMk id="23" creationId="{23CB978A-7FAE-9BF2-FB46-6C0A93F2D53D}"/>
          </ac:picMkLst>
        </pc:picChg>
        <pc:picChg chg="del">
          <ac:chgData name="Luca Gonzalez" userId="7cf3ef0215481c41" providerId="Windows Live" clId="Web-{E3B9E1D2-8CB2-47A5-99B4-33C738135ADD}" dt="2022-07-26T16:43:02.930" v="895"/>
          <ac:picMkLst>
            <pc:docMk/>
            <pc:sldMk cId="109857222" sldId="256"/>
            <ac:picMk id="24" creationId="{1382DDFE-0ABE-CBFC-4AA2-0CFF8F0EFEDB}"/>
          </ac:picMkLst>
        </pc:picChg>
        <pc:picChg chg="add mod">
          <ac:chgData name="Luca Gonzalez" userId="7cf3ef0215481c41" providerId="Windows Live" clId="Web-{E3B9E1D2-8CB2-47A5-99B4-33C738135ADD}" dt="2022-07-26T21:34:25.920" v="4014" actId="1076"/>
          <ac:picMkLst>
            <pc:docMk/>
            <pc:sldMk cId="109857222" sldId="256"/>
            <ac:picMk id="24" creationId="{A7596533-E7A8-1684-B057-9C3E22B77A79}"/>
          </ac:picMkLst>
        </pc:picChg>
        <pc:picChg chg="mod">
          <ac:chgData name="Luca Gonzalez" userId="7cf3ef0215481c41" providerId="Windows Live" clId="Web-{E3B9E1D2-8CB2-47A5-99B4-33C738135ADD}" dt="2022-07-26T18:33:14.871" v="3710" actId="1076"/>
          <ac:picMkLst>
            <pc:docMk/>
            <pc:sldMk cId="109857222" sldId="256"/>
            <ac:picMk id="25" creationId="{BCA0703A-57C2-9EE3-B5B0-4BE9249CF14D}"/>
          </ac:picMkLst>
        </pc:picChg>
        <pc:picChg chg="add mod modCrop">
          <ac:chgData name="Luca Gonzalez" userId="7cf3ef0215481c41" providerId="Windows Live" clId="Web-{E3B9E1D2-8CB2-47A5-99B4-33C738135ADD}" dt="2022-07-26T18:42:21.266" v="3842" actId="14100"/>
          <ac:picMkLst>
            <pc:docMk/>
            <pc:sldMk cId="109857222" sldId="256"/>
            <ac:picMk id="27" creationId="{392A90EA-9115-1665-C846-774F67A0171C}"/>
          </ac:picMkLst>
        </pc:picChg>
        <pc:picChg chg="add mod">
          <ac:chgData name="Luca Gonzalez" userId="7cf3ef0215481c41" providerId="Windows Live" clId="Web-{E3B9E1D2-8CB2-47A5-99B4-33C738135ADD}" dt="2022-07-26T18:42:36.876" v="3845" actId="1076"/>
          <ac:picMkLst>
            <pc:docMk/>
            <pc:sldMk cId="109857222" sldId="256"/>
            <ac:picMk id="28" creationId="{F2540589-C7DB-A841-AC63-286C0F8DB5FA}"/>
          </ac:picMkLst>
        </pc:picChg>
        <pc:picChg chg="add mod modCrop">
          <ac:chgData name="Luca Gonzalez" userId="7cf3ef0215481c41" providerId="Windows Live" clId="Web-{E3B9E1D2-8CB2-47A5-99B4-33C738135ADD}" dt="2022-07-26T21:37:06.783" v="4022" actId="1076"/>
          <ac:picMkLst>
            <pc:docMk/>
            <pc:sldMk cId="109857222" sldId="256"/>
            <ac:picMk id="29" creationId="{27FD1AA7-2796-F831-2A3F-DCA652C9F174}"/>
          </ac:picMkLst>
        </pc:picChg>
        <pc:picChg chg="add mod">
          <ac:chgData name="Luca Gonzalez" userId="7cf3ef0215481c41" providerId="Windows Live" clId="Web-{E3B9E1D2-8CB2-47A5-99B4-33C738135ADD}" dt="2022-07-26T21:37:18.799" v="4025" actId="14100"/>
          <ac:picMkLst>
            <pc:docMk/>
            <pc:sldMk cId="109857222" sldId="256"/>
            <ac:picMk id="30" creationId="{68D569B7-4A7C-1E05-0E2F-6C5BBB0EFD84}"/>
          </ac:picMkLst>
        </pc:picChg>
        <pc:picChg chg="add del mod">
          <ac:chgData name="Luca Gonzalez" userId="7cf3ef0215481c41" providerId="Windows Live" clId="Web-{E3B9E1D2-8CB2-47A5-99B4-33C738135ADD}" dt="2022-07-26T17:57:19.419" v="3606"/>
          <ac:picMkLst>
            <pc:docMk/>
            <pc:sldMk cId="109857222" sldId="256"/>
            <ac:picMk id="36" creationId="{ADA6AA9A-2335-3C7D-CD93-DCA3D5E6FECC}"/>
          </ac:picMkLst>
        </pc:picChg>
        <pc:picChg chg="add del mod">
          <ac:chgData name="Luca Gonzalez" userId="7cf3ef0215481c41" providerId="Windows Live" clId="Web-{E3B9E1D2-8CB2-47A5-99B4-33C738135ADD}" dt="2022-07-26T18:52:15.646" v="3878"/>
          <ac:picMkLst>
            <pc:docMk/>
            <pc:sldMk cId="109857222" sldId="256"/>
            <ac:picMk id="37" creationId="{110378F8-F087-E7A2-14AE-0E57D5DA6A32}"/>
          </ac:picMkLst>
        </pc:picChg>
      </pc:sldChg>
    </pc:docChg>
  </pc:docChgLst>
  <pc:docChgLst>
    <pc:chgData name="Luca Gonzalez" userId="7cf3ef0215481c41" providerId="Windows Live" clId="Web-{DEF4F2E7-AB25-4B13-9645-53CC56B6DCF0}"/>
    <pc:docChg chg="modSld">
      <pc:chgData name="Luca Gonzalez" userId="7cf3ef0215481c41" providerId="Windows Live" clId="Web-{DEF4F2E7-AB25-4B13-9645-53CC56B6DCF0}" dt="2022-07-27T13:48:47.251" v="4" actId="1076"/>
      <pc:docMkLst>
        <pc:docMk/>
      </pc:docMkLst>
      <pc:sldChg chg="modSp">
        <pc:chgData name="Luca Gonzalez" userId="7cf3ef0215481c41" providerId="Windows Live" clId="Web-{DEF4F2E7-AB25-4B13-9645-53CC56B6DCF0}" dt="2022-07-27T13:48:47.251" v="4" actId="1076"/>
        <pc:sldMkLst>
          <pc:docMk/>
          <pc:sldMk cId="109857222" sldId="256"/>
        </pc:sldMkLst>
        <pc:picChg chg="mod">
          <ac:chgData name="Luca Gonzalez" userId="7cf3ef0215481c41" providerId="Windows Live" clId="Web-{DEF4F2E7-AB25-4B13-9645-53CC56B6DCF0}" dt="2022-07-27T13:48:47.251" v="4" actId="1076"/>
          <ac:picMkLst>
            <pc:docMk/>
            <pc:sldMk cId="109857222" sldId="256"/>
            <ac:picMk id="6" creationId="{A78094FA-2A51-9ADA-110A-2EA2211895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luca.gonzalezgaus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E484D-4CE5-E8A6-55FA-8A82D6D3E047}"/>
              </a:ext>
            </a:extLst>
          </p:cNvPr>
          <p:cNvSpPr/>
          <p:nvPr/>
        </p:nvSpPr>
        <p:spPr>
          <a:xfrm>
            <a:off x="361" y="-4462"/>
            <a:ext cx="12191999" cy="6857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93FFB5-CC2A-84E6-8F24-684C1F4A04D3}"/>
              </a:ext>
            </a:extLst>
          </p:cNvPr>
          <p:cNvSpPr/>
          <p:nvPr/>
        </p:nvSpPr>
        <p:spPr>
          <a:xfrm>
            <a:off x="133589" y="138414"/>
            <a:ext cx="11931568" cy="1427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381" y="143254"/>
            <a:ext cx="10484733" cy="844309"/>
          </a:xfrm>
        </p:spPr>
        <p:txBody>
          <a:bodyPr>
            <a:noAutofit/>
          </a:bodyPr>
          <a:lstStyle/>
          <a:p>
            <a:pPr algn="l"/>
            <a:r>
              <a:rPr lang="en-US" sz="2400" b="1">
                <a:latin typeface="Arial"/>
                <a:ea typeface="+mj-lt"/>
                <a:cs typeface="+mj-lt"/>
              </a:rPr>
              <a:t>Multi-output gradient tree boosting for crustal displacement forecasting from weather variables in California </a:t>
            </a:r>
            <a:endParaRPr lang="en-US" sz="2400" b="1">
              <a:latin typeface="Arial"/>
              <a:ea typeface="Cambria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266" y="988089"/>
            <a:ext cx="10484734" cy="4404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>
                <a:latin typeface="Arial"/>
                <a:cs typeface="Arial"/>
              </a:rPr>
              <a:t>Diego Luca Gonzalez Gauss </a:t>
            </a:r>
            <a:r>
              <a:rPr lang="en-US" sz="1600">
                <a:latin typeface="Arial"/>
                <a:cs typeface="Calibri"/>
              </a:rPr>
              <a:t>¹</a:t>
            </a:r>
            <a:r>
              <a:rPr lang="en-US" sz="1600">
                <a:latin typeface="Calibri"/>
                <a:ea typeface="+mn-lt"/>
                <a:cs typeface="+mn-lt"/>
              </a:rPr>
              <a:t>²</a:t>
            </a:r>
            <a:r>
              <a:rPr lang="en-US" sz="1600">
                <a:latin typeface="Arial"/>
                <a:cs typeface="Calibri"/>
              </a:rPr>
              <a:t>,</a:t>
            </a:r>
            <a:r>
              <a:rPr lang="en-US" sz="1600">
                <a:latin typeface="Arial"/>
                <a:cs typeface="Arial"/>
              </a:rPr>
              <a:t> </a:t>
            </a:r>
            <a:r>
              <a:rPr lang="en-US" sz="1600" err="1">
                <a:latin typeface="Arial"/>
                <a:ea typeface="+mn-lt"/>
                <a:cs typeface="+mn-lt"/>
              </a:rPr>
              <a:t>Jeonghyeop</a:t>
            </a:r>
            <a:r>
              <a:rPr lang="en-US" sz="1600">
                <a:latin typeface="Arial"/>
                <a:ea typeface="+mn-lt"/>
                <a:cs typeface="+mn-lt"/>
              </a:rPr>
              <a:t> Kim </a:t>
            </a:r>
            <a:r>
              <a:rPr lang="en-US" sz="1600">
                <a:latin typeface="Calibri"/>
                <a:ea typeface="+mn-lt"/>
                <a:cs typeface="+mn-lt"/>
              </a:rPr>
              <a:t>²</a:t>
            </a:r>
            <a:r>
              <a:rPr lang="en-US" sz="1600">
                <a:latin typeface="Arial"/>
                <a:ea typeface="+mn-lt"/>
                <a:cs typeface="+mn-lt"/>
              </a:rPr>
              <a:t>, William E. Holt </a:t>
            </a:r>
            <a:r>
              <a:rPr lang="en-US" sz="1600">
                <a:latin typeface="Calibri"/>
                <a:ea typeface="+mn-lt"/>
                <a:cs typeface="+mn-lt"/>
              </a:rPr>
              <a:t>²</a:t>
            </a:r>
            <a:r>
              <a:rPr lang="en-US" sz="1600">
                <a:latin typeface="Arial"/>
                <a:ea typeface="+mn-lt"/>
                <a:cs typeface="+mn-lt"/>
              </a:rPr>
              <a:t>, Mradula </a:t>
            </a:r>
            <a:r>
              <a:rPr lang="en-US" sz="1600" err="1">
                <a:latin typeface="Arial"/>
                <a:ea typeface="+mn-lt"/>
                <a:cs typeface="+mn-lt"/>
              </a:rPr>
              <a:t>Vashishitha</a:t>
            </a:r>
            <a:r>
              <a:rPr lang="en-US" sz="1600">
                <a:latin typeface="Arial"/>
                <a:ea typeface="+mn-lt"/>
                <a:cs typeface="+mn-lt"/>
              </a:rPr>
              <a:t> </a:t>
            </a:r>
            <a:r>
              <a:rPr lang="en-US" sz="1600">
                <a:latin typeface="Calibri"/>
                <a:ea typeface="+mn-lt"/>
                <a:cs typeface="+mn-lt"/>
              </a:rPr>
              <a:t>²</a:t>
            </a:r>
            <a:endParaRPr lang="en-US" sz="1600">
              <a:latin typeface="Arial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984867-FDD7-F3FA-8D27-EDA0CAC3DA44}"/>
              </a:ext>
            </a:extLst>
          </p:cNvPr>
          <p:cNvSpPr txBox="1"/>
          <p:nvPr/>
        </p:nvSpPr>
        <p:spPr>
          <a:xfrm>
            <a:off x="188088" y="1291903"/>
            <a:ext cx="106706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Arial"/>
                <a:cs typeface="Calibri"/>
              </a:rPr>
              <a:t>Brookline High School, </a:t>
            </a:r>
            <a:r>
              <a:rPr lang="en-US" sz="1200">
                <a:latin typeface="Arial"/>
                <a:ea typeface="+mn-lt"/>
                <a:cs typeface="+mn-lt"/>
              </a:rPr>
              <a:t>115 Greenough St, Brookline, MA 02445 ¹; Stony Brook University, 100 Nicolls Rd, Stony Brook, NY 11794 </a:t>
            </a:r>
            <a:r>
              <a:rPr lang="en-US" sz="1200">
                <a:latin typeface="Calibri"/>
                <a:ea typeface="+mn-lt"/>
                <a:cs typeface="+mn-lt"/>
              </a:rPr>
              <a:t>²</a:t>
            </a:r>
            <a:endParaRPr lang="en-US" sz="1200">
              <a:latin typeface="Arial"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2FC8B-8F7C-0997-D8DE-1E5FCDA29AFA}"/>
              </a:ext>
            </a:extLst>
          </p:cNvPr>
          <p:cNvSpPr txBox="1"/>
          <p:nvPr/>
        </p:nvSpPr>
        <p:spPr>
          <a:xfrm>
            <a:off x="9042722" y="1605987"/>
            <a:ext cx="180974" cy="3619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CB0A5-4048-B42A-02E0-4F202DD2F5B2}"/>
              </a:ext>
            </a:extLst>
          </p:cNvPr>
          <p:cNvSpPr/>
          <p:nvPr/>
        </p:nvSpPr>
        <p:spPr>
          <a:xfrm>
            <a:off x="133590" y="1710642"/>
            <a:ext cx="3145852" cy="2477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AEDFFC-AB66-270A-8B61-5A37722C2268}"/>
              </a:ext>
            </a:extLst>
          </p:cNvPr>
          <p:cNvSpPr/>
          <p:nvPr/>
        </p:nvSpPr>
        <p:spPr>
          <a:xfrm>
            <a:off x="93180" y="4313313"/>
            <a:ext cx="8452605" cy="24114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68CCF-1105-0A39-AA1C-79D6D557DDE9}"/>
              </a:ext>
            </a:extLst>
          </p:cNvPr>
          <p:cNvSpPr/>
          <p:nvPr/>
        </p:nvSpPr>
        <p:spPr>
          <a:xfrm>
            <a:off x="3421836" y="1710642"/>
            <a:ext cx="5116447" cy="24770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BB7C1-AFFD-C05E-0495-C137DF5F5556}"/>
              </a:ext>
            </a:extLst>
          </p:cNvPr>
          <p:cNvSpPr/>
          <p:nvPr/>
        </p:nvSpPr>
        <p:spPr>
          <a:xfrm>
            <a:off x="8671114" y="1710641"/>
            <a:ext cx="3394044" cy="24768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014CD-0A0B-DF15-9EC9-AC0FC050E5FE}"/>
              </a:ext>
            </a:extLst>
          </p:cNvPr>
          <p:cNvSpPr/>
          <p:nvPr/>
        </p:nvSpPr>
        <p:spPr>
          <a:xfrm>
            <a:off x="8671114" y="4315647"/>
            <a:ext cx="3399310" cy="2420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721CD-6C66-14E8-3D69-1706D0FA4FB6}"/>
              </a:ext>
            </a:extLst>
          </p:cNvPr>
          <p:cNvSpPr txBox="1"/>
          <p:nvPr/>
        </p:nvSpPr>
        <p:spPr>
          <a:xfrm>
            <a:off x="135039" y="1713288"/>
            <a:ext cx="328684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Arial"/>
                <a:cs typeface="Arial"/>
              </a:rPr>
              <a:t>Introduction</a:t>
            </a:r>
            <a:endParaRPr lang="en-US" sz="1400">
              <a:cs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43CE19-6443-4BEA-F2A6-2419A04CFD64}"/>
              </a:ext>
            </a:extLst>
          </p:cNvPr>
          <p:cNvSpPr txBox="1"/>
          <p:nvPr/>
        </p:nvSpPr>
        <p:spPr>
          <a:xfrm>
            <a:off x="135039" y="4315960"/>
            <a:ext cx="844722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Arial"/>
                <a:cs typeface="Arial"/>
              </a:rPr>
              <a:t>Methods</a:t>
            </a:r>
            <a:endParaRPr lang="en-US" sz="1400">
              <a:latin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E5FDE4-AB35-5604-EDBD-56CC1DC10F30}"/>
              </a:ext>
            </a:extLst>
          </p:cNvPr>
          <p:cNvSpPr txBox="1"/>
          <p:nvPr/>
        </p:nvSpPr>
        <p:spPr>
          <a:xfrm>
            <a:off x="3578508" y="1713288"/>
            <a:ext cx="50037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Arial"/>
                <a:cs typeface="Arial"/>
              </a:rPr>
              <a:t>Results</a:t>
            </a:r>
            <a:endParaRPr lang="en-US" sz="1400">
              <a:cs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C33B4E-07A6-1E8D-BD51-7E4AA24AECE8}"/>
              </a:ext>
            </a:extLst>
          </p:cNvPr>
          <p:cNvSpPr txBox="1"/>
          <p:nvPr/>
        </p:nvSpPr>
        <p:spPr>
          <a:xfrm>
            <a:off x="8660754" y="4341282"/>
            <a:ext cx="33947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Arial"/>
                <a:cs typeface="Arial"/>
              </a:rPr>
              <a:t>References and acknowledgements</a:t>
            </a:r>
            <a:endParaRPr lang="en-US" sz="1400">
              <a:cs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CB08BF-0518-CF23-A422-1B387E60F664}"/>
              </a:ext>
            </a:extLst>
          </p:cNvPr>
          <p:cNvSpPr txBox="1"/>
          <p:nvPr/>
        </p:nvSpPr>
        <p:spPr>
          <a:xfrm>
            <a:off x="8666266" y="1713288"/>
            <a:ext cx="33980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Arial"/>
                <a:cs typeface="Arial"/>
              </a:rPr>
              <a:t>Discussion</a:t>
            </a:r>
            <a:endParaRPr lang="en-US" sz="1400">
              <a:cs typeface="Calibri" panose="020F0502020204030204"/>
            </a:endParaRPr>
          </a:p>
        </p:txBody>
      </p:sp>
      <p:pic>
        <p:nvPicPr>
          <p:cNvPr id="25" name="Picture 25" descr="Chart, scatter chart&#10;&#10;Description automatically generated">
            <a:extLst>
              <a:ext uri="{FF2B5EF4-FFF2-40B4-BE49-F238E27FC236}">
                <a16:creationId xmlns:a16="http://schemas.microsoft.com/office/drawing/2014/main" id="{BCA0703A-57C2-9EE3-B5B0-4BE9249C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448" y="5522186"/>
            <a:ext cx="1241361" cy="1144787"/>
          </a:xfrm>
          <a:prstGeom prst="rect">
            <a:avLst/>
          </a:prstGeom>
        </p:spPr>
      </p:pic>
      <p:pic>
        <p:nvPicPr>
          <p:cNvPr id="19" name="Picture 19" descr="Map&#10;&#10;Description automatically generated">
            <a:extLst>
              <a:ext uri="{FF2B5EF4-FFF2-40B4-BE49-F238E27FC236}">
                <a16:creationId xmlns:a16="http://schemas.microsoft.com/office/drawing/2014/main" id="{78294B86-3D28-F2B4-4EA0-1C4224991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429" y="2036705"/>
            <a:ext cx="1287586" cy="13181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248F09-5FCF-4831-03B0-0B6B311C291D}"/>
              </a:ext>
            </a:extLst>
          </p:cNvPr>
          <p:cNvSpPr txBox="1"/>
          <p:nvPr/>
        </p:nvSpPr>
        <p:spPr>
          <a:xfrm>
            <a:off x="1860010" y="3364324"/>
            <a:ext cx="137770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b="1" u="sng" dirty="0">
                <a:latin typeface="Arial"/>
                <a:cs typeface="Arial"/>
              </a:rPr>
              <a:t>Figure 1.</a:t>
            </a:r>
            <a:r>
              <a:rPr lang="en-US" sz="600" b="1" dirty="0">
                <a:latin typeface="Arial"/>
                <a:cs typeface="Arial"/>
              </a:rPr>
              <a:t> </a:t>
            </a:r>
            <a:r>
              <a:rPr lang="en-US" sz="600" dirty="0">
                <a:latin typeface="Arial"/>
                <a:cs typeface="Arial"/>
              </a:rPr>
              <a:t>A map of all GNSS stations in the observed area, with emphasis on stations CAND (by Parkfield, bottom left) and P651 (by Long Valley Caldera, top right).</a:t>
            </a:r>
            <a:endParaRPr lang="en-US" sz="600" b="1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9C0B1A-88A7-9ACD-C7BB-CEE4F8EDFC25}"/>
              </a:ext>
            </a:extLst>
          </p:cNvPr>
          <p:cNvSpPr txBox="1"/>
          <p:nvPr/>
        </p:nvSpPr>
        <p:spPr>
          <a:xfrm>
            <a:off x="130856" y="1966837"/>
            <a:ext cx="184608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800" b="1" dirty="0">
                <a:latin typeface="Arial"/>
                <a:cs typeface="Arial"/>
              </a:rPr>
              <a:t>NLDAS'</a:t>
            </a:r>
            <a:r>
              <a:rPr lang="en-US" sz="800" dirty="0">
                <a:latin typeface="Arial"/>
                <a:cs typeface="Arial"/>
              </a:rPr>
              <a:t> </a:t>
            </a:r>
            <a:r>
              <a:rPr lang="en-US" sz="800" b="1" dirty="0">
                <a:latin typeface="Arial"/>
                <a:cs typeface="Arial"/>
              </a:rPr>
              <a:t>Noah</a:t>
            </a:r>
            <a:r>
              <a:rPr lang="en-US" sz="800" dirty="0">
                <a:latin typeface="Arial"/>
                <a:cs typeface="Arial"/>
              </a:rPr>
              <a:t> </a:t>
            </a:r>
            <a:r>
              <a:rPr lang="en-US" sz="800" b="1" dirty="0">
                <a:latin typeface="Arial"/>
                <a:cs typeface="Arial"/>
              </a:rPr>
              <a:t>Land Surface Model (LSM)</a:t>
            </a:r>
            <a:r>
              <a:rPr lang="en-US" sz="800" dirty="0">
                <a:latin typeface="Arial"/>
                <a:cs typeface="Arial"/>
              </a:rPr>
              <a:t> provides American weather data in a 0.125</a:t>
            </a:r>
            <a:r>
              <a:rPr lang="en-US" sz="800" dirty="0">
                <a:ea typeface="+mn-lt"/>
                <a:cs typeface="+mn-lt"/>
              </a:rPr>
              <a:t>° </a:t>
            </a:r>
            <a:r>
              <a:rPr lang="en-US" sz="800" dirty="0">
                <a:latin typeface="Arial"/>
                <a:ea typeface="+mn-lt"/>
                <a:cs typeface="+mn-lt"/>
              </a:rPr>
              <a:t>grid</a:t>
            </a:r>
          </a:p>
          <a:p>
            <a:pPr marL="171450" indent="-171450">
              <a:buFont typeface="Arial"/>
              <a:buChar char="•"/>
            </a:pPr>
            <a:r>
              <a:rPr lang="en-US" sz="800" b="1" dirty="0">
                <a:latin typeface="Arial"/>
                <a:cs typeface="Calibri"/>
              </a:rPr>
              <a:t>GNSS </a:t>
            </a:r>
            <a:r>
              <a:rPr lang="en-US" sz="800" dirty="0">
                <a:latin typeface="Arial"/>
                <a:cs typeface="Calibri"/>
              </a:rPr>
              <a:t>data</a:t>
            </a:r>
            <a:r>
              <a:rPr lang="en-US" sz="800" b="1" dirty="0">
                <a:latin typeface="Arial"/>
                <a:cs typeface="Calibri"/>
              </a:rPr>
              <a:t> </a:t>
            </a:r>
            <a:r>
              <a:rPr lang="en-US" sz="800" dirty="0">
                <a:latin typeface="Arial"/>
                <a:cs typeface="Calibri"/>
              </a:rPr>
              <a:t>provide displacements for GNSS stations and underlying crustal movement</a:t>
            </a:r>
          </a:p>
          <a:p>
            <a:pPr marL="171450" indent="-171450">
              <a:buFont typeface="Arial"/>
              <a:buChar char="•"/>
            </a:pPr>
            <a:r>
              <a:rPr lang="en-US" sz="800" b="1" dirty="0">
                <a:latin typeface="Arial"/>
                <a:cs typeface="Calibri"/>
              </a:rPr>
              <a:t>Water load</a:t>
            </a:r>
            <a:r>
              <a:rPr lang="en-US" sz="800" dirty="0">
                <a:latin typeface="Arial"/>
                <a:cs typeface="Calibri"/>
              </a:rPr>
              <a:t> is hypothesized to spur a</a:t>
            </a:r>
            <a:r>
              <a:rPr lang="en-US" sz="800" b="1" dirty="0">
                <a:latin typeface="Arial"/>
                <a:cs typeface="Calibri"/>
              </a:rPr>
              <a:t> crustal elastic response</a:t>
            </a: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Region of interest (35-38.5° N, 117-121.5° W) includes Parkfield and Long Valley Caldera</a:t>
            </a: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We forecast GNSS displacement data from Noah weather variables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9A7E3D-F5B9-43A4-6213-B1F12351F16B}"/>
              </a:ext>
            </a:extLst>
          </p:cNvPr>
          <p:cNvSpPr txBox="1"/>
          <p:nvPr/>
        </p:nvSpPr>
        <p:spPr>
          <a:xfrm>
            <a:off x="94923" y="4556283"/>
            <a:ext cx="5598511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Reformatted Noah LSM and GNSS data as long-wavelength (monthly) time series through tensor manipulation</a:t>
            </a: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Used </a:t>
            </a:r>
            <a:r>
              <a:rPr lang="en-US" sz="800" b="1" dirty="0">
                <a:latin typeface="Arial"/>
                <a:cs typeface="Arial"/>
              </a:rPr>
              <a:t>multiple output gradient tree boosting</a:t>
            </a:r>
            <a:r>
              <a:rPr lang="en-US" sz="800" dirty="0">
                <a:latin typeface="Arial"/>
                <a:cs typeface="Arial"/>
              </a:rPr>
              <a:t> model to predict displacement GNSS station displacement, and incorporate information from the existing dependency between GNSS displacement values</a:t>
            </a:r>
          </a:p>
          <a:p>
            <a:pPr marL="628650" lvl="1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Features include subsurface soil moisture from 0-10cm, 10-40cm, 40-100cm, and 100-200cm; snow depth; and, subsurface soil temperature from 0-10cm, 10-40cm, 40-100cm, and 100-200cm</a:t>
            </a:r>
            <a:endParaRPr lang="en-US" dirty="0">
              <a:cs typeface="Calibri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Trained with datasets generated from a </a:t>
            </a:r>
            <a:r>
              <a:rPr lang="en-US" sz="800" b="1" i="1" dirty="0">
                <a:latin typeface="Arial"/>
                <a:cs typeface="Arial"/>
              </a:rPr>
              <a:t>k</a:t>
            </a:r>
            <a:r>
              <a:rPr lang="en-US" sz="800" b="1" dirty="0">
                <a:latin typeface="Arial"/>
                <a:cs typeface="Arial"/>
              </a:rPr>
              <a:t>-fold cross-validation approach</a:t>
            </a:r>
            <a:r>
              <a:rPr lang="en-US" sz="800" dirty="0">
                <a:latin typeface="Arial"/>
                <a:cs typeface="Arial"/>
              </a:rPr>
              <a:t> of 6 month folds to forecast a year of folds f</a:t>
            </a:r>
            <a:r>
              <a:rPr lang="en-US" sz="800" baseline="-25000" dirty="0">
                <a:latin typeface="Arial"/>
                <a:cs typeface="Arial"/>
              </a:rPr>
              <a:t>k+1, k+2</a:t>
            </a:r>
            <a:r>
              <a:rPr lang="en-US" sz="800" dirty="0">
                <a:latin typeface="Arial"/>
                <a:cs typeface="Arial"/>
              </a:rPr>
              <a:t> from f</a:t>
            </a:r>
            <a:r>
              <a:rPr lang="en-US" sz="800" baseline="-25000" dirty="0">
                <a:latin typeface="Arial"/>
                <a:cs typeface="Arial"/>
              </a:rPr>
              <a:t>1... k</a:t>
            </a:r>
            <a:r>
              <a:rPr lang="en-US" sz="800" dirty="0">
                <a:latin typeface="Arial"/>
                <a:cs typeface="Arial"/>
              </a:rPr>
              <a:t> using data ranging from January 2007 to July 2019</a:t>
            </a:r>
          </a:p>
          <a:p>
            <a:pPr marL="628650" lvl="1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Uses </a:t>
            </a:r>
            <a:r>
              <a:rPr lang="en-US" sz="800" b="1" dirty="0">
                <a:latin typeface="Arial"/>
                <a:cs typeface="Arial"/>
              </a:rPr>
              <a:t>histogram-based</a:t>
            </a:r>
            <a:r>
              <a:rPr lang="en-US" sz="800" dirty="0">
                <a:latin typeface="Arial"/>
                <a:cs typeface="Arial"/>
              </a:rPr>
              <a:t> feature binning and </a:t>
            </a:r>
            <a:r>
              <a:rPr lang="en-US" sz="800" b="1" dirty="0">
                <a:latin typeface="Arial"/>
                <a:cs typeface="Arial"/>
              </a:rPr>
              <a:t>diagonal approximation</a:t>
            </a:r>
            <a:r>
              <a:rPr lang="en-US" sz="800" dirty="0">
                <a:latin typeface="Arial"/>
                <a:cs typeface="Arial"/>
              </a:rPr>
              <a:t> of objective function to limit runtime</a:t>
            </a: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800" b="1" dirty="0">
                <a:latin typeface="Arial"/>
                <a:cs typeface="Arial"/>
              </a:rPr>
              <a:t>Novel introduction of geospatial information through a weight of form e</a:t>
            </a:r>
            <a:r>
              <a:rPr lang="en-US" sz="800" b="1" baseline="30000" dirty="0">
                <a:latin typeface="Calibri"/>
                <a:cs typeface="Calibri"/>
              </a:rPr>
              <a:t>⁻</a:t>
            </a:r>
            <a:r>
              <a:rPr lang="en-US" sz="800" b="1" baseline="30000" dirty="0">
                <a:latin typeface="Arial"/>
                <a:cs typeface="Arial"/>
              </a:rPr>
              <a:t>||r||</a:t>
            </a:r>
            <a:r>
              <a:rPr lang="en-US" sz="800" dirty="0">
                <a:latin typeface="Arial"/>
                <a:cs typeface="Arial"/>
              </a:rPr>
              <a:t>, incorporating weather data from nearby Noah LSM grid points for modeled stations as allotted by weight</a:t>
            </a:r>
            <a:endParaRPr lang="en-US" sz="800" baseline="30000" dirty="0">
              <a:latin typeface="Arial"/>
              <a:cs typeface="Calibri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Gauges the accuracy of the model using stations CAND and P651, cataloguing </a:t>
            </a:r>
            <a:r>
              <a:rPr lang="en-US" sz="800" b="1" dirty="0">
                <a:latin typeface="Arial"/>
                <a:cs typeface="Arial"/>
              </a:rPr>
              <a:t>mean squared error</a:t>
            </a:r>
            <a:r>
              <a:rPr lang="en-US" sz="800" dirty="0">
                <a:latin typeface="Arial"/>
                <a:cs typeface="Arial"/>
              </a:rPr>
              <a:t> (MSE) in displacement predictions over tree iterations. The approximation of node objective function </a:t>
            </a:r>
            <a:r>
              <a:rPr lang="en-US" sz="800" b="1" dirty="0">
                <a:latin typeface="Arial"/>
                <a:cs typeface="Arial"/>
              </a:rPr>
              <a:t>incorporates MSE for all predicted values</a:t>
            </a:r>
            <a:r>
              <a:rPr lang="en-US" sz="800" dirty="0">
                <a:latin typeface="Arial"/>
                <a:cs typeface="Arial"/>
              </a:rPr>
              <a:t> simultaneously</a:t>
            </a: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Calculated </a:t>
            </a:r>
            <a:r>
              <a:rPr lang="en-US" sz="800" b="1" dirty="0">
                <a:latin typeface="Arial"/>
                <a:cs typeface="Calibri"/>
              </a:rPr>
              <a:t>permutation feature importance</a:t>
            </a:r>
            <a:r>
              <a:rPr lang="en-US" sz="800" dirty="0">
                <a:latin typeface="Arial"/>
                <a:cs typeface="Calibri"/>
              </a:rPr>
              <a:t> for the multiple output model, as well as for two single output models predicting horizontal and vertical displacement independently</a:t>
            </a:r>
            <a:endParaRPr lang="en-US" dirty="0"/>
          </a:p>
        </p:txBody>
      </p:sp>
      <p:pic>
        <p:nvPicPr>
          <p:cNvPr id="23" name="Picture 25" descr="Chart, scatter chart&#10;&#10;Description automatically generated">
            <a:extLst>
              <a:ext uri="{FF2B5EF4-FFF2-40B4-BE49-F238E27FC236}">
                <a16:creationId xmlns:a16="http://schemas.microsoft.com/office/drawing/2014/main" id="{23CB978A-7FAE-9BF2-FB46-6C0A93F2D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230" y="5521039"/>
            <a:ext cx="1246072" cy="11357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CD0817E-4FAB-940D-764F-86D2998084DB}"/>
              </a:ext>
            </a:extLst>
          </p:cNvPr>
          <p:cNvSpPr txBox="1"/>
          <p:nvPr/>
        </p:nvSpPr>
        <p:spPr>
          <a:xfrm>
            <a:off x="5533430" y="5026885"/>
            <a:ext cx="29648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b="1" u="sng" dirty="0">
                <a:latin typeface="Arial"/>
                <a:cs typeface="Arial"/>
              </a:rPr>
              <a:t>Figure 2 </a:t>
            </a:r>
            <a:r>
              <a:rPr lang="en-US" sz="600" u="sng" dirty="0">
                <a:latin typeface="Arial"/>
                <a:cs typeface="Arial"/>
              </a:rPr>
              <a:t>(above)</a:t>
            </a:r>
            <a:r>
              <a:rPr lang="en-US" sz="600" b="1" u="sng" dirty="0">
                <a:latin typeface="Arial"/>
                <a:cs typeface="Arial"/>
              </a:rPr>
              <a:t>.</a:t>
            </a:r>
            <a:r>
              <a:rPr lang="en-US" sz="600" dirty="0">
                <a:latin typeface="Arial"/>
                <a:cs typeface="Arial"/>
              </a:rPr>
              <a:t> </a:t>
            </a:r>
            <a:r>
              <a:rPr lang="en-US" sz="600" b="1" dirty="0">
                <a:latin typeface="Arial"/>
                <a:cs typeface="Arial"/>
              </a:rPr>
              <a:t>2a)</a:t>
            </a:r>
            <a:r>
              <a:rPr lang="en-US" sz="600">
                <a:latin typeface="Arial"/>
                <a:cs typeface="Arial"/>
              </a:rPr>
              <a:t> True objective function of tree node given in </a:t>
            </a:r>
            <a:r>
              <a:rPr lang="en-US" sz="600" dirty="0">
                <a:latin typeface="Arial"/>
                <a:cs typeface="Arial"/>
              </a:rPr>
              <a:t>[6] </a:t>
            </a:r>
            <a:r>
              <a:rPr lang="en-US" sz="600" b="1" dirty="0">
                <a:latin typeface="Arial"/>
                <a:cs typeface="Arial"/>
              </a:rPr>
              <a:t>2b)</a:t>
            </a:r>
            <a:r>
              <a:rPr lang="en-US" sz="600" dirty="0">
                <a:latin typeface="Arial"/>
                <a:cs typeface="Arial"/>
              </a:rPr>
              <a:t> Diagonal approximation for objective function of tree node</a:t>
            </a:r>
          </a:p>
          <a:p>
            <a:r>
              <a:rPr lang="en-US" sz="600" b="1" u="sng" dirty="0">
                <a:latin typeface="Arial"/>
                <a:cs typeface="Arial"/>
              </a:rPr>
              <a:t>Figure 3 </a:t>
            </a:r>
            <a:r>
              <a:rPr lang="en-US" sz="600" u="sng" dirty="0">
                <a:latin typeface="Arial"/>
                <a:cs typeface="Arial"/>
              </a:rPr>
              <a:t>(below)</a:t>
            </a:r>
            <a:r>
              <a:rPr lang="en-US" sz="600" b="1" u="sng" dirty="0">
                <a:latin typeface="Arial"/>
                <a:cs typeface="Arial"/>
              </a:rPr>
              <a:t>.</a:t>
            </a:r>
            <a:r>
              <a:rPr lang="en-US" sz="600" dirty="0">
                <a:latin typeface="Arial"/>
                <a:cs typeface="Arial"/>
              </a:rPr>
              <a:t> Weights attributed to grid points for nearby stations </a:t>
            </a:r>
            <a:r>
              <a:rPr lang="en-US" sz="600" b="1" dirty="0">
                <a:latin typeface="Arial"/>
                <a:cs typeface="Arial"/>
              </a:rPr>
              <a:t>3a)</a:t>
            </a:r>
            <a:r>
              <a:rPr lang="en-US" sz="600" dirty="0">
                <a:latin typeface="Arial"/>
                <a:cs typeface="Arial"/>
              </a:rPr>
              <a:t> P651 and </a:t>
            </a:r>
            <a:r>
              <a:rPr lang="en-US" sz="600" b="1" dirty="0">
                <a:latin typeface="Arial"/>
                <a:cs typeface="Arial"/>
              </a:rPr>
              <a:t>3b)</a:t>
            </a:r>
            <a:r>
              <a:rPr lang="en-US" sz="600" dirty="0">
                <a:latin typeface="Arial"/>
                <a:cs typeface="Arial"/>
              </a:rPr>
              <a:t> CAND as given by the weighting estimator e</a:t>
            </a:r>
            <a:r>
              <a:rPr lang="en-US" sz="600" baseline="30000" dirty="0">
                <a:latin typeface="Calibri"/>
                <a:cs typeface="Calibri"/>
              </a:rPr>
              <a:t>⁻</a:t>
            </a:r>
            <a:r>
              <a:rPr lang="en-US" sz="600" baseline="30000" dirty="0">
                <a:latin typeface="Arial"/>
                <a:cs typeface="Arial"/>
              </a:rPr>
              <a:t>||r||</a:t>
            </a:r>
            <a:r>
              <a:rPr lang="en-US" sz="600" dirty="0">
                <a:latin typeface="Arial"/>
                <a:cs typeface="Arial"/>
              </a:rPr>
              <a:t>.</a:t>
            </a:r>
            <a:endParaRPr lang="en-US" dirty="0"/>
          </a:p>
        </p:txBody>
      </p:sp>
      <p:pic>
        <p:nvPicPr>
          <p:cNvPr id="27" name="Picture 27" descr="A picture containing diagram&#10;&#10;Description automatically generated">
            <a:extLst>
              <a:ext uri="{FF2B5EF4-FFF2-40B4-BE49-F238E27FC236}">
                <a16:creationId xmlns:a16="http://schemas.microsoft.com/office/drawing/2014/main" id="{392A90EA-9115-1665-C846-774F67A017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7229" r="-510" b="6426"/>
          <a:stretch/>
        </p:blipFill>
        <p:spPr>
          <a:xfrm>
            <a:off x="7091017" y="1676224"/>
            <a:ext cx="1375490" cy="860342"/>
          </a:xfrm>
          <a:prstGeom prst="rect">
            <a:avLst/>
          </a:prstGeom>
        </p:spPr>
      </p:pic>
      <p:pic>
        <p:nvPicPr>
          <p:cNvPr id="28" name="Picture 28" descr="A picture containing shape&#10;&#10;Description automatically generated">
            <a:extLst>
              <a:ext uri="{FF2B5EF4-FFF2-40B4-BE49-F238E27FC236}">
                <a16:creationId xmlns:a16="http://schemas.microsoft.com/office/drawing/2014/main" id="{F2540589-C7DB-A841-AC63-286C0F8DB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985" y="2541258"/>
            <a:ext cx="1387363" cy="931338"/>
          </a:xfrm>
          <a:prstGeom prst="rect">
            <a:avLst/>
          </a:prstGeom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27FD1AA7-2796-F831-2A3F-DCA652C9F1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5941" r="-217" b="6271"/>
          <a:stretch/>
        </p:blipFill>
        <p:spPr>
          <a:xfrm>
            <a:off x="5448564" y="2022032"/>
            <a:ext cx="1517964" cy="987237"/>
          </a:xfrm>
          <a:prstGeom prst="rect">
            <a:avLst/>
          </a:prstGeom>
        </p:spPr>
      </p:pic>
      <p:pic>
        <p:nvPicPr>
          <p:cNvPr id="30" name="Picture 30">
            <a:extLst>
              <a:ext uri="{FF2B5EF4-FFF2-40B4-BE49-F238E27FC236}">
                <a16:creationId xmlns:a16="http://schemas.microsoft.com/office/drawing/2014/main" id="{68D569B7-4A7C-1E05-0E2F-6C5BBB0EFD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458" y="3132031"/>
            <a:ext cx="1502561" cy="102222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B2FE7BF-0DA4-C7A2-6F8E-A4CC949D9646}"/>
              </a:ext>
            </a:extLst>
          </p:cNvPr>
          <p:cNvSpPr txBox="1"/>
          <p:nvPr/>
        </p:nvSpPr>
        <p:spPr>
          <a:xfrm>
            <a:off x="7024251" y="3445035"/>
            <a:ext cx="152313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b="1" u="sng" dirty="0">
                <a:latin typeface="Arial"/>
                <a:cs typeface="Arial"/>
              </a:rPr>
              <a:t>Figure 5 </a:t>
            </a:r>
            <a:r>
              <a:rPr lang="en-US" sz="600" u="sng" dirty="0">
                <a:latin typeface="Arial"/>
                <a:cs typeface="Arial"/>
              </a:rPr>
              <a:t>(left)</a:t>
            </a:r>
            <a:r>
              <a:rPr lang="en-US" sz="600" b="1" u="sng" dirty="0">
                <a:latin typeface="Arial"/>
                <a:cs typeface="Arial"/>
              </a:rPr>
              <a:t>.</a:t>
            </a:r>
            <a:r>
              <a:rPr lang="en-US" sz="600" b="1" dirty="0">
                <a:latin typeface="Arial"/>
                <a:cs typeface="Arial"/>
              </a:rPr>
              <a:t> </a:t>
            </a:r>
            <a:r>
              <a:rPr lang="en-US" sz="600" dirty="0">
                <a:latin typeface="Arial"/>
                <a:cs typeface="Arial"/>
              </a:rPr>
              <a:t>Permutation importance for features in predicting </a:t>
            </a:r>
            <a:r>
              <a:rPr lang="en-US" sz="600" b="1" dirty="0">
                <a:latin typeface="Arial"/>
                <a:cs typeface="Arial"/>
              </a:rPr>
              <a:t>5a) </a:t>
            </a:r>
            <a:r>
              <a:rPr lang="en-US" sz="600" dirty="0">
                <a:latin typeface="Arial"/>
                <a:cs typeface="Arial"/>
              </a:rPr>
              <a:t>P651 and </a:t>
            </a:r>
            <a:r>
              <a:rPr lang="en-US" sz="600" b="1" dirty="0">
                <a:latin typeface="Arial"/>
                <a:cs typeface="Arial"/>
              </a:rPr>
              <a:t>5b)</a:t>
            </a:r>
            <a:r>
              <a:rPr lang="en-US" sz="600" dirty="0">
                <a:latin typeface="Arial"/>
                <a:cs typeface="Arial"/>
              </a:rPr>
              <a:t> CAND displacement.</a:t>
            </a:r>
            <a:endParaRPr lang="en-US" dirty="0">
              <a:latin typeface="Calibri" panose="020F0502020204030204"/>
              <a:cs typeface="Calibri" panose="020F0502020204030204"/>
            </a:endParaRPr>
          </a:p>
          <a:p>
            <a:r>
              <a:rPr lang="en-US" sz="600" b="1" u="sng" dirty="0">
                <a:latin typeface="Arial"/>
                <a:cs typeface="Arial"/>
              </a:rPr>
              <a:t>Figure 6</a:t>
            </a:r>
            <a:r>
              <a:rPr lang="en-US" sz="600" u="sng" dirty="0">
                <a:latin typeface="Arial"/>
                <a:cs typeface="Arial"/>
              </a:rPr>
              <a:t> (above)</a:t>
            </a:r>
            <a:r>
              <a:rPr lang="en-US" sz="600" b="1" u="sng" dirty="0">
                <a:latin typeface="Arial"/>
                <a:cs typeface="Arial"/>
              </a:rPr>
              <a:t>.</a:t>
            </a:r>
            <a:r>
              <a:rPr lang="en-US" sz="600" dirty="0">
                <a:latin typeface="Arial"/>
                <a:cs typeface="Arial"/>
              </a:rPr>
              <a:t> Permutation importance for features in predicting P651 </a:t>
            </a:r>
            <a:r>
              <a:rPr lang="en-US" sz="600" b="1" dirty="0">
                <a:latin typeface="Arial"/>
                <a:cs typeface="Arial"/>
              </a:rPr>
              <a:t>6a) </a:t>
            </a:r>
            <a:r>
              <a:rPr lang="en-US" sz="600" dirty="0">
                <a:latin typeface="Arial"/>
                <a:cs typeface="Arial"/>
              </a:rPr>
              <a:t>horizontal and </a:t>
            </a:r>
            <a:r>
              <a:rPr lang="en-US" sz="600" b="1" dirty="0">
                <a:latin typeface="Arial"/>
                <a:cs typeface="Arial"/>
              </a:rPr>
              <a:t>6b) </a:t>
            </a:r>
            <a:r>
              <a:rPr lang="en-US" sz="600" dirty="0">
                <a:latin typeface="Arial"/>
                <a:cs typeface="Arial"/>
              </a:rPr>
              <a:t>vertical displacement.</a:t>
            </a:r>
            <a:endParaRPr lang="en-US" dirty="0"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1AB0F6-EA9B-0274-E4F1-86F2B3DE7434}"/>
              </a:ext>
            </a:extLst>
          </p:cNvPr>
          <p:cNvSpPr txBox="1"/>
          <p:nvPr/>
        </p:nvSpPr>
        <p:spPr>
          <a:xfrm>
            <a:off x="3422678" y="2763895"/>
            <a:ext cx="21586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b="1" u="sng" dirty="0">
                <a:latin typeface="Arial"/>
                <a:cs typeface="Calibri"/>
              </a:rPr>
              <a:t>Figure 4 </a:t>
            </a:r>
            <a:r>
              <a:rPr lang="en-US" sz="600" u="sng" dirty="0">
                <a:latin typeface="Arial"/>
                <a:cs typeface="Calibri"/>
              </a:rPr>
              <a:t>(above)</a:t>
            </a:r>
            <a:r>
              <a:rPr lang="en-US" sz="600" b="1" u="sng" dirty="0">
                <a:latin typeface="Arial"/>
                <a:cs typeface="Calibri"/>
              </a:rPr>
              <a:t>.</a:t>
            </a:r>
            <a:r>
              <a:rPr lang="en-US" sz="600" b="1" dirty="0">
                <a:latin typeface="Arial"/>
                <a:cs typeface="Calibri"/>
              </a:rPr>
              <a:t> </a:t>
            </a:r>
            <a:r>
              <a:rPr lang="en-US" sz="600" dirty="0">
                <a:latin typeface="Arial"/>
                <a:cs typeface="Calibri"/>
              </a:rPr>
              <a:t>The vertical displacement for station CAND from July 2009 to July 2019 and vertical displacement predicted by the gradient boosting model.</a:t>
            </a:r>
            <a:endParaRPr lang="en-US" sz="800" dirty="0">
              <a:latin typeface="Arial"/>
              <a:cs typeface="Calibri"/>
            </a:endParaRPr>
          </a:p>
          <a:p>
            <a:endParaRPr lang="en-US" sz="600">
              <a:latin typeface="Arial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Multi-output gradient boosting saw an averaged </a:t>
            </a:r>
            <a:r>
              <a:rPr lang="en-US" sz="800" b="1" dirty="0">
                <a:latin typeface="Arial"/>
                <a:cs typeface="Calibri"/>
              </a:rPr>
              <a:t>1.31 MSE for station CAND</a:t>
            </a:r>
            <a:r>
              <a:rPr lang="en-US" sz="800" dirty="0">
                <a:latin typeface="Arial"/>
                <a:cs typeface="Calibri"/>
              </a:rPr>
              <a:t> and </a:t>
            </a:r>
            <a:r>
              <a:rPr lang="en-US" sz="800" b="1" dirty="0">
                <a:latin typeface="Arial"/>
                <a:cs typeface="Calibri"/>
              </a:rPr>
              <a:t>1.16 MSE for station P651</a:t>
            </a: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Deep subsurface soil moisture is informative to horizontal displacement, while vertical displacement is largely informed by previous years'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619689-3318-56CC-FA98-27BAB8B6ED7F}"/>
              </a:ext>
            </a:extLst>
          </p:cNvPr>
          <p:cNvSpPr txBox="1"/>
          <p:nvPr/>
        </p:nvSpPr>
        <p:spPr>
          <a:xfrm>
            <a:off x="8670584" y="4492122"/>
            <a:ext cx="338483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600" i="1">
              <a:cs typeface="Calibri"/>
            </a:endParaRPr>
          </a:p>
          <a:p>
            <a:r>
              <a:rPr lang="en-US" sz="600" dirty="0">
                <a:latin typeface="Arial"/>
                <a:cs typeface="Calibri"/>
              </a:rPr>
              <a:t>[1] </a:t>
            </a:r>
            <a:r>
              <a:rPr lang="en-US" sz="600" dirty="0">
                <a:latin typeface="Arial"/>
                <a:ea typeface="+mn-lt"/>
                <a:cs typeface="+mn-lt"/>
              </a:rPr>
              <a:t>Hu, X., </a:t>
            </a:r>
            <a:r>
              <a:rPr lang="en-US" sz="600" dirty="0" err="1">
                <a:latin typeface="Arial"/>
                <a:ea typeface="+mn-lt"/>
                <a:cs typeface="+mn-lt"/>
              </a:rPr>
              <a:t>Bürgmann</a:t>
            </a:r>
            <a:r>
              <a:rPr lang="en-US" sz="600" dirty="0">
                <a:latin typeface="Arial"/>
                <a:ea typeface="+mn-lt"/>
                <a:cs typeface="+mn-lt"/>
              </a:rPr>
              <a:t>, R., Xu, X., Fielding, E., &amp; Liu, Z. (2021). Machine-learning </a:t>
            </a:r>
            <a:r>
              <a:rPr lang="en-US" sz="600">
                <a:latin typeface="Arial"/>
                <a:ea typeface="+mn-lt"/>
                <a:cs typeface="+mn-lt"/>
              </a:rPr>
              <a:t>characterization of tectonic, hydrological and anthropogenic sources of active </a:t>
            </a:r>
            <a:r>
              <a:rPr lang="en-US" sz="600" dirty="0">
                <a:latin typeface="Arial"/>
                <a:ea typeface="+mn-lt"/>
                <a:cs typeface="+mn-lt"/>
              </a:rPr>
              <a:t>ground deformation in California.  </a:t>
            </a:r>
            <a:r>
              <a:rPr lang="en-US" sz="600" i="1" dirty="0">
                <a:latin typeface="Arial"/>
                <a:ea typeface="+mn-lt"/>
                <a:cs typeface="+mn-lt"/>
              </a:rPr>
              <a:t>Journal of Geophysical Research: Solid Earth, 126</a:t>
            </a:r>
            <a:r>
              <a:rPr lang="en-US" sz="600" dirty="0">
                <a:latin typeface="Arial"/>
                <a:ea typeface="+mn-lt"/>
                <a:cs typeface="+mn-lt"/>
              </a:rPr>
              <a:t>, e2021JB022373.</a:t>
            </a:r>
            <a:endParaRPr lang="en-US" sz="600" dirty="0">
              <a:latin typeface="Arial"/>
              <a:cs typeface="Calibri"/>
            </a:endParaRPr>
          </a:p>
          <a:p>
            <a:r>
              <a:rPr lang="en-US" sz="600" dirty="0">
                <a:latin typeface="Arial"/>
                <a:ea typeface="+mn-lt"/>
                <a:cs typeface="+mn-lt"/>
              </a:rPr>
              <a:t>[2] Puskas et al. (2017). Hydrologic Loading Model Displacements from the National and Global Data Assimilation Systems (NLDAS and GLDAS).</a:t>
            </a:r>
            <a:endParaRPr lang="en-US" dirty="0">
              <a:latin typeface="Arial"/>
              <a:cs typeface="Arial"/>
            </a:endParaRPr>
          </a:p>
          <a:p>
            <a:r>
              <a:rPr lang="en-US" sz="600" dirty="0">
                <a:latin typeface="Arial"/>
                <a:ea typeface="+mn-lt"/>
                <a:cs typeface="+mn-lt"/>
              </a:rPr>
              <a:t>[3] Si </a:t>
            </a:r>
            <a:r>
              <a:rPr lang="en-US" sz="600" dirty="0" err="1">
                <a:latin typeface="Arial"/>
                <a:ea typeface="+mn-lt"/>
                <a:cs typeface="+mn-lt"/>
              </a:rPr>
              <a:t>Si</a:t>
            </a:r>
            <a:r>
              <a:rPr lang="en-US" sz="600" dirty="0">
                <a:latin typeface="Arial"/>
                <a:ea typeface="+mn-lt"/>
                <a:cs typeface="+mn-lt"/>
              </a:rPr>
              <a:t> et al.</a:t>
            </a:r>
            <a:r>
              <a:rPr lang="en-US" sz="600" dirty="0">
                <a:latin typeface="Arial"/>
                <a:cs typeface="Calibri"/>
              </a:rPr>
              <a:t> (2017). Gradient Boosted Decision Trees for High Dimensional Sparse Output.</a:t>
            </a:r>
            <a:r>
              <a:rPr lang="en-US" sz="600" i="1" dirty="0">
                <a:latin typeface="Arial"/>
                <a:cs typeface="Calibri"/>
              </a:rPr>
              <a:t> Proceedings of the 34th International Conference on Machine Learning, Sydney, Australia</a:t>
            </a:r>
            <a:r>
              <a:rPr lang="en-US" sz="600" dirty="0">
                <a:latin typeface="Arial"/>
                <a:cs typeface="Calibri"/>
              </a:rPr>
              <a:t>. PMLR 70.</a:t>
            </a:r>
            <a:endParaRPr lang="en-US" dirty="0">
              <a:latin typeface="Arial"/>
              <a:cs typeface="Calibri"/>
            </a:endParaRPr>
          </a:p>
          <a:p>
            <a:r>
              <a:rPr lang="en-US" sz="600" dirty="0">
                <a:latin typeface="Arial"/>
                <a:cs typeface="Calibri"/>
              </a:rPr>
              <a:t>[4] Stewart et al. (2022). </a:t>
            </a:r>
            <a:r>
              <a:rPr lang="en-US" sz="600" dirty="0" err="1">
                <a:latin typeface="Arial"/>
                <a:ea typeface="+mn-lt"/>
                <a:cs typeface="+mn-lt"/>
              </a:rPr>
              <a:t>TorchGeo</a:t>
            </a:r>
            <a:r>
              <a:rPr lang="en-US" sz="600" dirty="0">
                <a:latin typeface="Arial"/>
                <a:ea typeface="+mn-lt"/>
                <a:cs typeface="+mn-lt"/>
              </a:rPr>
              <a:t>: Deep Learning With Geospatial Data (Systems Paper).</a:t>
            </a:r>
          </a:p>
          <a:p>
            <a:r>
              <a:rPr lang="en-US" sz="600" dirty="0">
                <a:latin typeface="Arial"/>
                <a:cs typeface="Calibri"/>
              </a:rPr>
              <a:t>[5] </a:t>
            </a:r>
            <a:r>
              <a:rPr lang="en-US" sz="600" dirty="0">
                <a:latin typeface="Arial"/>
                <a:ea typeface="+mn-lt"/>
                <a:cs typeface="+mn-lt"/>
              </a:rPr>
              <a:t>Yash Narayan, </a:t>
            </a:r>
            <a:r>
              <a:rPr lang="en-US" sz="600" dirty="0" err="1">
                <a:latin typeface="Arial"/>
                <a:ea typeface="+mn-lt"/>
                <a:cs typeface="+mn-lt"/>
              </a:rPr>
              <a:t>Jeonghyeop</a:t>
            </a:r>
            <a:r>
              <a:rPr lang="en-US" sz="600" dirty="0">
                <a:latin typeface="Arial"/>
                <a:ea typeface="+mn-lt"/>
                <a:cs typeface="+mn-lt"/>
              </a:rPr>
              <a:t> Kim and William Holt (2021). </a:t>
            </a:r>
            <a:r>
              <a:rPr lang="en-US" sz="600" dirty="0" err="1">
                <a:latin typeface="Arial"/>
                <a:ea typeface="+mn-lt"/>
                <a:cs typeface="+mn-lt"/>
              </a:rPr>
              <a:t>DeepQuake</a:t>
            </a:r>
            <a:r>
              <a:rPr lang="en-US" sz="600" dirty="0">
                <a:latin typeface="Arial"/>
                <a:ea typeface="+mn-lt"/>
                <a:cs typeface="+mn-lt"/>
              </a:rPr>
              <a:t>: Artificial Intelligence for Earthquake Forecasting Using Fine-Grained Climate Data. </a:t>
            </a:r>
            <a:r>
              <a:rPr lang="en-US" sz="600" i="1" dirty="0">
                <a:latin typeface="Arial"/>
                <a:ea typeface="+mn-lt"/>
                <a:cs typeface="+mn-lt"/>
              </a:rPr>
              <a:t>35th Conference on Neural Information Processing Systems (</a:t>
            </a:r>
            <a:r>
              <a:rPr lang="en-US" sz="600" i="1" dirty="0" err="1">
                <a:latin typeface="Arial"/>
                <a:ea typeface="+mn-lt"/>
                <a:cs typeface="+mn-lt"/>
              </a:rPr>
              <a:t>NeurIPS</a:t>
            </a:r>
            <a:r>
              <a:rPr lang="en-US" sz="600" i="1" dirty="0">
                <a:latin typeface="Arial"/>
                <a:ea typeface="+mn-lt"/>
                <a:cs typeface="+mn-lt"/>
              </a:rPr>
              <a:t> 2021), Vancouver, Canada.</a:t>
            </a:r>
            <a:endParaRPr lang="en-US" sz="600" i="1" dirty="0">
              <a:latin typeface="Arial"/>
              <a:cs typeface="Calibri"/>
            </a:endParaRPr>
          </a:p>
          <a:p>
            <a:r>
              <a:rPr lang="en-US" sz="600" dirty="0">
                <a:latin typeface="Arial"/>
                <a:cs typeface="Arial"/>
              </a:rPr>
              <a:t>[6] </a:t>
            </a:r>
            <a:r>
              <a:rPr lang="en-US" sz="600" dirty="0" err="1">
                <a:latin typeface="Arial"/>
                <a:cs typeface="Calibri"/>
              </a:rPr>
              <a:t>Zhendong</a:t>
            </a:r>
            <a:r>
              <a:rPr lang="en-US" sz="600" dirty="0">
                <a:latin typeface="Arial"/>
                <a:cs typeface="Calibri"/>
              </a:rPr>
              <a:t> Zhang and </a:t>
            </a:r>
            <a:r>
              <a:rPr lang="en-US" sz="600" dirty="0" err="1">
                <a:latin typeface="Arial"/>
                <a:cs typeface="Calibri"/>
              </a:rPr>
              <a:t>Cheolkon</a:t>
            </a:r>
            <a:r>
              <a:rPr lang="en-US" sz="600" dirty="0">
                <a:latin typeface="Arial"/>
                <a:cs typeface="Calibri"/>
              </a:rPr>
              <a:t> Jung (2020). GBDT-MO: Gradient Boosted Decision Trees</a:t>
            </a:r>
            <a:endParaRPr lang="en-US" sz="600" dirty="0">
              <a:latin typeface="Arial"/>
              <a:ea typeface="+mn-lt"/>
              <a:cs typeface="+mn-lt"/>
            </a:endParaRPr>
          </a:p>
          <a:p>
            <a:r>
              <a:rPr lang="en-US" sz="600" dirty="0">
                <a:latin typeface="Arial"/>
                <a:cs typeface="Calibri"/>
              </a:rPr>
              <a:t>for Multiple Outputs. </a:t>
            </a:r>
            <a:r>
              <a:rPr lang="en-US" sz="600" i="1" dirty="0">
                <a:latin typeface="Arial"/>
                <a:cs typeface="Calibri"/>
              </a:rPr>
              <a:t>IEEE Transactions on Neural Networks</a:t>
            </a:r>
            <a:endParaRPr lang="en-US" dirty="0">
              <a:latin typeface="Arial"/>
            </a:endParaRPr>
          </a:p>
          <a:p>
            <a:endParaRPr lang="en-US" sz="600" i="1">
              <a:latin typeface="Calibri" panose="020F0502020204030204"/>
              <a:cs typeface="Calibri"/>
            </a:endParaRPr>
          </a:p>
          <a:p>
            <a:r>
              <a:rPr lang="en-US" sz="800" i="1" dirty="0">
                <a:latin typeface="Arial"/>
                <a:cs typeface="Calibri"/>
              </a:rPr>
              <a:t>We thank the Simons Summer Research Fellowship and Stony Brook University for this opportunity. All correspondence should be sent to </a:t>
            </a:r>
            <a:r>
              <a:rPr lang="en-US" sz="800" dirty="0">
                <a:latin typeface="Arial"/>
                <a:cs typeface="Calibri"/>
                <a:hlinkClick r:id="rId9"/>
              </a:rPr>
              <a:t>luca.gonzalezgauss@gmail.com</a:t>
            </a:r>
            <a:r>
              <a:rPr lang="en-US" sz="800" dirty="0">
                <a:latin typeface="Arial"/>
                <a:cs typeface="Calibri"/>
              </a:rPr>
              <a:t>. </a:t>
            </a:r>
          </a:p>
          <a:p>
            <a:endParaRPr lang="en-US" sz="600">
              <a:latin typeface="Calibri" panose="020F0502020204030204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7FFC5A-0E1D-4B06-0B94-19B8BB3DFA6E}"/>
              </a:ext>
            </a:extLst>
          </p:cNvPr>
          <p:cNvSpPr txBox="1"/>
          <p:nvPr/>
        </p:nvSpPr>
        <p:spPr>
          <a:xfrm>
            <a:off x="8721469" y="1968506"/>
            <a:ext cx="3254761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Gradient boosting MSEs suggested by stations CAND and P651 </a:t>
            </a:r>
            <a:r>
              <a:rPr lang="en-US" sz="800" b="1" dirty="0">
                <a:latin typeface="Arial"/>
                <a:cs typeface="Arial"/>
              </a:rPr>
              <a:t>outperform existing benchmark physical models</a:t>
            </a:r>
            <a:r>
              <a:rPr lang="en-US" sz="800" dirty="0">
                <a:latin typeface="Arial"/>
                <a:cs typeface="Arial"/>
              </a:rPr>
              <a:t> </a:t>
            </a:r>
          </a:p>
          <a:p>
            <a:pPr marL="628650" lvl="1" indent="-171450">
              <a:buFont typeface="Arial"/>
              <a:buChar char="•"/>
            </a:pPr>
            <a:r>
              <a:rPr lang="en-US" sz="800" dirty="0">
                <a:latin typeface="Arial"/>
                <a:cs typeface="Arial"/>
              </a:rPr>
              <a:t>Using temporal and thermoelastic data makes gradient boosting powerful when modeling "wet winters", droughts or other events that inspire long-term dependencies </a:t>
            </a: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800" dirty="0">
                <a:latin typeface="Arial"/>
                <a:ea typeface="+mn-lt"/>
                <a:cs typeface="Arial"/>
              </a:rPr>
              <a:t>Gradient boosting is predictably worse at </a:t>
            </a:r>
            <a:r>
              <a:rPr lang="en-US" sz="800">
                <a:latin typeface="Arial"/>
                <a:ea typeface="+mn-lt"/>
                <a:cs typeface="Arial"/>
              </a:rPr>
              <a:t>forecasting f</a:t>
            </a:r>
            <a:r>
              <a:rPr lang="en-US" sz="800" baseline="-25000">
                <a:latin typeface="Arial"/>
                <a:ea typeface="+mn-lt"/>
                <a:cs typeface="Arial"/>
              </a:rPr>
              <a:t>k+1, k+2</a:t>
            </a:r>
            <a:r>
              <a:rPr lang="en-US" sz="800" dirty="0">
                <a:latin typeface="Arial"/>
                <a:ea typeface="+mn-lt"/>
                <a:cs typeface="Arial"/>
              </a:rPr>
              <a:t> when trained for low </a:t>
            </a:r>
            <a:r>
              <a:rPr lang="en-US" sz="800" i="1" dirty="0">
                <a:latin typeface="Arial"/>
                <a:ea typeface="+mn-lt"/>
                <a:cs typeface="Arial"/>
              </a:rPr>
              <a:t>k</a:t>
            </a: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ea typeface="+mn-lt"/>
                <a:cs typeface="+mn-lt"/>
              </a:rPr>
              <a:t>From the approximations used when quantifying tree node gain and geospatial relationships, the framework still has inaccuracies that can be approached with more complex techniques</a:t>
            </a:r>
            <a:endParaRPr lang="en-US" sz="800" dirty="0">
              <a:latin typeface="Arial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From the success of weighting in constructing the gradient boosting model, </a:t>
            </a:r>
            <a:r>
              <a:rPr lang="en-US" sz="800" b="1" dirty="0">
                <a:latin typeface="Arial"/>
                <a:cs typeface="Calibri"/>
              </a:rPr>
              <a:t>interpolating crustal displacement</a:t>
            </a:r>
            <a:r>
              <a:rPr lang="en-US" sz="800" dirty="0">
                <a:latin typeface="Arial"/>
                <a:cs typeface="Calibri"/>
              </a:rPr>
              <a:t> between stations is a future task.</a:t>
            </a:r>
          </a:p>
          <a:p>
            <a:pPr marL="171450" indent="-171450">
              <a:buFont typeface="Arial"/>
              <a:buChar char="•"/>
            </a:pPr>
            <a:r>
              <a:rPr lang="en-US" sz="800" dirty="0">
                <a:latin typeface="Arial"/>
                <a:cs typeface="Calibri"/>
              </a:rPr>
              <a:t>Managing runtime </a:t>
            </a:r>
            <a:r>
              <a:rPr lang="en-US" sz="800" dirty="0">
                <a:latin typeface="Arial"/>
                <a:cs typeface="Arial"/>
              </a:rPr>
              <a:t>will be an issue given the scope of the data. The </a:t>
            </a:r>
            <a:r>
              <a:rPr lang="en-US" sz="800" b="1" dirty="0">
                <a:latin typeface="Arial"/>
                <a:cs typeface="Arial"/>
              </a:rPr>
              <a:t>scalability</a:t>
            </a:r>
            <a:r>
              <a:rPr lang="en-US" sz="800" dirty="0">
                <a:latin typeface="Arial"/>
                <a:cs typeface="Arial"/>
              </a:rPr>
              <a:t> of the model is a future task as well</a:t>
            </a:r>
          </a:p>
        </p:txBody>
      </p:sp>
      <p:pic>
        <p:nvPicPr>
          <p:cNvPr id="24" name="Picture 34" descr="Logo, company name&#10;&#10;Description automatically generated">
            <a:extLst>
              <a:ext uri="{FF2B5EF4-FFF2-40B4-BE49-F238E27FC236}">
                <a16:creationId xmlns:a16="http://schemas.microsoft.com/office/drawing/2014/main" id="{A7596533-E7A8-1684-B057-9C3E22B77A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5127" y="361466"/>
            <a:ext cx="2304475" cy="1071428"/>
          </a:xfrm>
          <a:prstGeom prst="rect">
            <a:avLst/>
          </a:prstGeom>
        </p:spPr>
      </p:pic>
      <p:pic>
        <p:nvPicPr>
          <p:cNvPr id="35" name="Picture 36" descr="Shape, arrow&#10;&#10;Description automatically generated">
            <a:extLst>
              <a:ext uri="{FF2B5EF4-FFF2-40B4-BE49-F238E27FC236}">
                <a16:creationId xmlns:a16="http://schemas.microsoft.com/office/drawing/2014/main" id="{A98CC5BC-F798-5AE1-9D8A-D5A74B7C1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9389" y="1764667"/>
            <a:ext cx="1779494" cy="990089"/>
          </a:xfrm>
          <a:prstGeom prst="rect">
            <a:avLst/>
          </a:prstGeom>
        </p:spPr>
      </p:pic>
      <p:pic>
        <p:nvPicPr>
          <p:cNvPr id="37" name="Picture 37" descr="A picture containing text, watch&#10;&#10;Description automatically generated">
            <a:extLst>
              <a:ext uri="{FF2B5EF4-FFF2-40B4-BE49-F238E27FC236}">
                <a16:creationId xmlns:a16="http://schemas.microsoft.com/office/drawing/2014/main" id="{19CDFD08-986D-A47F-57F6-EB9FCD97930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7523" t="7489" r="9362" b="5651"/>
          <a:stretch/>
        </p:blipFill>
        <p:spPr>
          <a:xfrm>
            <a:off x="6248617" y="4654490"/>
            <a:ext cx="1436035" cy="40149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4BC4452-320E-EF72-C747-A509EF9C4AC4}"/>
              </a:ext>
            </a:extLst>
          </p:cNvPr>
          <p:cNvSpPr txBox="1"/>
          <p:nvPr/>
        </p:nvSpPr>
        <p:spPr>
          <a:xfrm>
            <a:off x="5533638" y="5461480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3a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65D095-14A2-19EC-C40D-8CF7E1566664}"/>
              </a:ext>
            </a:extLst>
          </p:cNvPr>
          <p:cNvSpPr txBox="1"/>
          <p:nvPr/>
        </p:nvSpPr>
        <p:spPr>
          <a:xfrm>
            <a:off x="6997505" y="5461480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3b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8589A2-6857-ED33-374F-108EC0FCB2C9}"/>
              </a:ext>
            </a:extLst>
          </p:cNvPr>
          <p:cNvSpPr txBox="1"/>
          <p:nvPr/>
        </p:nvSpPr>
        <p:spPr>
          <a:xfrm>
            <a:off x="5417152" y="1970157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5a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9E970B-5A6F-A0AA-E0EF-9C0670F93D42}"/>
              </a:ext>
            </a:extLst>
          </p:cNvPr>
          <p:cNvSpPr txBox="1"/>
          <p:nvPr/>
        </p:nvSpPr>
        <p:spPr>
          <a:xfrm>
            <a:off x="5417152" y="3009495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5b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29D9F6-6593-88BB-3199-FBF985DD59FC}"/>
              </a:ext>
            </a:extLst>
          </p:cNvPr>
          <p:cNvSpPr txBox="1"/>
          <p:nvPr/>
        </p:nvSpPr>
        <p:spPr>
          <a:xfrm>
            <a:off x="6916206" y="1693331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6a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DA566A-580E-B4BF-8F6B-C64E1784AB75}"/>
              </a:ext>
            </a:extLst>
          </p:cNvPr>
          <p:cNvSpPr txBox="1"/>
          <p:nvPr/>
        </p:nvSpPr>
        <p:spPr>
          <a:xfrm>
            <a:off x="6932081" y="2471206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6b</a:t>
            </a:r>
          </a:p>
        </p:txBody>
      </p:sp>
      <p:pic>
        <p:nvPicPr>
          <p:cNvPr id="48" name="Picture 48" descr="A picture containing text&#10;&#10;Description automatically generated">
            <a:extLst>
              <a:ext uri="{FF2B5EF4-FFF2-40B4-BE49-F238E27FC236}">
                <a16:creationId xmlns:a16="http://schemas.microsoft.com/office/drawing/2014/main" id="{322D404C-76E0-438C-3E9A-76CB686349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07749" y="4349846"/>
            <a:ext cx="2032385" cy="30114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C293CAE-89FA-00A3-DA79-0CC75713DCBE}"/>
              </a:ext>
            </a:extLst>
          </p:cNvPr>
          <p:cNvSpPr txBox="1"/>
          <p:nvPr/>
        </p:nvSpPr>
        <p:spPr>
          <a:xfrm>
            <a:off x="5583765" y="4347632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2a</a:t>
            </a:r>
            <a:endParaRPr lang="en-US" sz="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E68D76-F799-8894-5D07-46BFC901E1E7}"/>
              </a:ext>
            </a:extLst>
          </p:cNvPr>
          <p:cNvSpPr txBox="1"/>
          <p:nvPr/>
        </p:nvSpPr>
        <p:spPr>
          <a:xfrm>
            <a:off x="6034614" y="4670071"/>
            <a:ext cx="32384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b="1" dirty="0">
                <a:latin typeface="Arial"/>
                <a:cs typeface="Arial"/>
              </a:rPr>
              <a:t>2b</a:t>
            </a:r>
            <a:endParaRPr 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Multi-output gradient tree boosting for crustal displacement forecasting from weather variables in California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430</cp:revision>
  <dcterms:created xsi:type="dcterms:W3CDTF">2022-07-26T14:25:00Z</dcterms:created>
  <dcterms:modified xsi:type="dcterms:W3CDTF">2022-08-07T14:45:29Z</dcterms:modified>
</cp:coreProperties>
</file>